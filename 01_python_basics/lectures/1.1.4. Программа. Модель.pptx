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2"/>
    <p:sldId id="258" r:id="rId3"/>
    <p:sldId id="256" r:id="rId4"/>
    <p:sldId id="262" r:id="rId5"/>
    <p:sldId id="259" r:id="rId6"/>
    <p:sldId id="260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ocalAdmin" initials="L" lastIdx="1" clrIdx="0">
    <p:extLst>
      <p:ext uri="{19B8F6BF-5375-455C-9EA6-DF929625EA0E}">
        <p15:presenceInfo xmlns:p15="http://schemas.microsoft.com/office/powerpoint/2012/main" userId="LocalAdmi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89" d="100"/>
          <a:sy n="89" d="100"/>
        </p:scale>
        <p:origin x="46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9EAECFE-145B-4114-8083-DE7E9054AFD7}" type="doc">
      <dgm:prSet loTypeId="urn:microsoft.com/office/officeart/2005/8/layout/hierarchy4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DA795EFB-D945-4E33-BAC1-D78438E47D53}">
      <dgm:prSet phldrT="[Текст]"/>
      <dgm:spPr/>
      <dgm:t>
        <a:bodyPr/>
        <a:lstStyle/>
        <a:p>
          <a:r>
            <a:rPr lang="ru-RU" dirty="0" smtClean="0"/>
            <a:t>Модели</a:t>
          </a:r>
          <a:endParaRPr lang="ru-RU" dirty="0"/>
        </a:p>
      </dgm:t>
    </dgm:pt>
    <dgm:pt modelId="{5DE3E25E-0963-4E56-BF11-414804074311}" type="parTrans" cxnId="{AA62896B-D7F0-4825-A107-129FF63620C9}">
      <dgm:prSet/>
      <dgm:spPr/>
      <dgm:t>
        <a:bodyPr/>
        <a:lstStyle/>
        <a:p>
          <a:endParaRPr lang="ru-RU"/>
        </a:p>
      </dgm:t>
    </dgm:pt>
    <dgm:pt modelId="{61948294-D47B-4BAE-8A51-03FE38924BF8}" type="sibTrans" cxnId="{AA62896B-D7F0-4825-A107-129FF63620C9}">
      <dgm:prSet/>
      <dgm:spPr/>
      <dgm:t>
        <a:bodyPr/>
        <a:lstStyle/>
        <a:p>
          <a:endParaRPr lang="ru-RU"/>
        </a:p>
      </dgm:t>
    </dgm:pt>
    <dgm:pt modelId="{A8990DCB-B893-4691-97C7-6D6B464A1353}">
      <dgm:prSet phldrT="[Текст]"/>
      <dgm:spPr/>
      <dgm:t>
        <a:bodyPr/>
        <a:lstStyle/>
        <a:p>
          <a:r>
            <a:rPr lang="ru-RU" dirty="0" smtClean="0"/>
            <a:t>Материальные</a:t>
          </a:r>
          <a:endParaRPr lang="ru-RU" dirty="0"/>
        </a:p>
      </dgm:t>
    </dgm:pt>
    <dgm:pt modelId="{1166A429-DF14-4B38-BA7F-CAAF9CB0EA5F}" type="parTrans" cxnId="{C999622C-B270-4A6C-A4B4-F24D3549A59A}">
      <dgm:prSet/>
      <dgm:spPr/>
      <dgm:t>
        <a:bodyPr/>
        <a:lstStyle/>
        <a:p>
          <a:endParaRPr lang="ru-RU"/>
        </a:p>
      </dgm:t>
    </dgm:pt>
    <dgm:pt modelId="{0E25D8B3-C11C-4037-8AAC-453F39E8CA51}" type="sibTrans" cxnId="{C999622C-B270-4A6C-A4B4-F24D3549A59A}">
      <dgm:prSet/>
      <dgm:spPr/>
      <dgm:t>
        <a:bodyPr/>
        <a:lstStyle/>
        <a:p>
          <a:endParaRPr lang="ru-RU"/>
        </a:p>
      </dgm:t>
    </dgm:pt>
    <dgm:pt modelId="{52C6FAF8-09C4-4772-9882-C2BEC3E052DE}">
      <dgm:prSet phldrT="[Текст]"/>
      <dgm:spPr/>
      <dgm:t>
        <a:bodyPr/>
        <a:lstStyle/>
        <a:p>
          <a:r>
            <a:rPr lang="ru-RU" dirty="0" smtClean="0"/>
            <a:t>Физические</a:t>
          </a:r>
          <a:endParaRPr lang="ru-RU" dirty="0"/>
        </a:p>
      </dgm:t>
    </dgm:pt>
    <dgm:pt modelId="{0F7076F6-DCDE-4483-A989-3F90EDE1E9AF}" type="parTrans" cxnId="{8C68E3B8-B578-4F0E-B4F4-588E30BAA7BF}">
      <dgm:prSet/>
      <dgm:spPr/>
      <dgm:t>
        <a:bodyPr/>
        <a:lstStyle/>
        <a:p>
          <a:endParaRPr lang="ru-RU"/>
        </a:p>
      </dgm:t>
    </dgm:pt>
    <dgm:pt modelId="{06F79DA6-8981-4017-BC02-BF75CFAB31F7}" type="sibTrans" cxnId="{8C68E3B8-B578-4F0E-B4F4-588E30BAA7BF}">
      <dgm:prSet/>
      <dgm:spPr/>
      <dgm:t>
        <a:bodyPr/>
        <a:lstStyle/>
        <a:p>
          <a:endParaRPr lang="ru-RU"/>
        </a:p>
      </dgm:t>
    </dgm:pt>
    <dgm:pt modelId="{36C9D8B8-55FA-4111-B150-61D45D713977}">
      <dgm:prSet phldrT="[Текст]"/>
      <dgm:spPr/>
      <dgm:t>
        <a:bodyPr/>
        <a:lstStyle/>
        <a:p>
          <a:r>
            <a:rPr lang="ru-RU" dirty="0" smtClean="0"/>
            <a:t>Аналоговые</a:t>
          </a:r>
          <a:endParaRPr lang="ru-RU" dirty="0"/>
        </a:p>
      </dgm:t>
    </dgm:pt>
    <dgm:pt modelId="{14C7185E-7E0A-42F3-90FB-58384A08FB5A}" type="parTrans" cxnId="{CC32C471-A7A5-4F1E-81C9-855E0EEA6042}">
      <dgm:prSet/>
      <dgm:spPr/>
      <dgm:t>
        <a:bodyPr/>
        <a:lstStyle/>
        <a:p>
          <a:endParaRPr lang="ru-RU"/>
        </a:p>
      </dgm:t>
    </dgm:pt>
    <dgm:pt modelId="{BC585E4C-CB9B-49FB-A816-6C6C9F9C9D87}" type="sibTrans" cxnId="{CC32C471-A7A5-4F1E-81C9-855E0EEA6042}">
      <dgm:prSet/>
      <dgm:spPr/>
      <dgm:t>
        <a:bodyPr/>
        <a:lstStyle/>
        <a:p>
          <a:endParaRPr lang="ru-RU"/>
        </a:p>
      </dgm:t>
    </dgm:pt>
    <dgm:pt modelId="{EE53700C-527B-40C3-A563-C99E11CE9E95}">
      <dgm:prSet phldrT="[Текст]"/>
      <dgm:spPr/>
      <dgm:t>
        <a:bodyPr/>
        <a:lstStyle/>
        <a:p>
          <a:r>
            <a:rPr lang="ru-RU" dirty="0" smtClean="0"/>
            <a:t>Абстрактные</a:t>
          </a:r>
          <a:endParaRPr lang="ru-RU" dirty="0"/>
        </a:p>
      </dgm:t>
    </dgm:pt>
    <dgm:pt modelId="{DB63B858-2A43-48AF-88E7-D809A2B5CE44}" type="parTrans" cxnId="{1736512C-BF43-4215-BE26-5A90211CF449}">
      <dgm:prSet/>
      <dgm:spPr/>
      <dgm:t>
        <a:bodyPr/>
        <a:lstStyle/>
        <a:p>
          <a:endParaRPr lang="ru-RU"/>
        </a:p>
      </dgm:t>
    </dgm:pt>
    <dgm:pt modelId="{29CAA271-49B7-4F22-A52E-E9BDCCD64B5C}" type="sibTrans" cxnId="{1736512C-BF43-4215-BE26-5A90211CF449}">
      <dgm:prSet/>
      <dgm:spPr/>
      <dgm:t>
        <a:bodyPr/>
        <a:lstStyle/>
        <a:p>
          <a:endParaRPr lang="ru-RU"/>
        </a:p>
      </dgm:t>
    </dgm:pt>
    <dgm:pt modelId="{F450ABB1-59F2-4235-9815-467A5BA917FB}">
      <dgm:prSet phldrT="[Текст]"/>
      <dgm:spPr>
        <a:solidFill>
          <a:schemeClr val="accent6">
            <a:lumMod val="60000"/>
            <a:lumOff val="40000"/>
          </a:schemeClr>
        </a:solidFill>
      </dgm:spPr>
      <dgm:t>
        <a:bodyPr/>
        <a:lstStyle/>
        <a:p>
          <a:r>
            <a:rPr lang="ru-RU" dirty="0" smtClean="0">
              <a:solidFill>
                <a:schemeClr val="bg2"/>
              </a:solidFill>
            </a:rPr>
            <a:t>Информационные</a:t>
          </a:r>
          <a:endParaRPr lang="ru-RU" dirty="0">
            <a:solidFill>
              <a:schemeClr val="bg2"/>
            </a:solidFill>
          </a:endParaRPr>
        </a:p>
      </dgm:t>
    </dgm:pt>
    <dgm:pt modelId="{D93D9EA5-0CA6-401B-B024-6C84ACA32BFE}" type="parTrans" cxnId="{D671CC02-452E-435E-B384-EBAB294BE20B}">
      <dgm:prSet/>
      <dgm:spPr/>
      <dgm:t>
        <a:bodyPr/>
        <a:lstStyle/>
        <a:p>
          <a:endParaRPr lang="ru-RU"/>
        </a:p>
      </dgm:t>
    </dgm:pt>
    <dgm:pt modelId="{6A3E26F1-059A-43A6-AC54-F53C3690A2EF}" type="sibTrans" cxnId="{D671CC02-452E-435E-B384-EBAB294BE20B}">
      <dgm:prSet/>
      <dgm:spPr/>
      <dgm:t>
        <a:bodyPr/>
        <a:lstStyle/>
        <a:p>
          <a:endParaRPr lang="ru-RU"/>
        </a:p>
      </dgm:t>
    </dgm:pt>
    <dgm:pt modelId="{1C6B3518-3EE3-4D30-87F1-6A8619B76A87}">
      <dgm:prSet/>
      <dgm:spPr/>
      <dgm:t>
        <a:bodyPr/>
        <a:lstStyle/>
        <a:p>
          <a:r>
            <a:rPr lang="ru-RU" dirty="0" smtClean="0"/>
            <a:t>Интуитивные</a:t>
          </a:r>
          <a:endParaRPr lang="ru-RU" dirty="0"/>
        </a:p>
      </dgm:t>
    </dgm:pt>
    <dgm:pt modelId="{45B8C57A-BA1D-44EC-9228-F72948BDD085}" type="parTrans" cxnId="{20833A03-47CE-4A9F-BFB4-E915D4288737}">
      <dgm:prSet/>
      <dgm:spPr/>
      <dgm:t>
        <a:bodyPr/>
        <a:lstStyle/>
        <a:p>
          <a:endParaRPr lang="ru-RU"/>
        </a:p>
      </dgm:t>
    </dgm:pt>
    <dgm:pt modelId="{93629E18-93B2-4D3F-87C0-A1739BC94DBD}" type="sibTrans" cxnId="{20833A03-47CE-4A9F-BFB4-E915D4288737}">
      <dgm:prSet/>
      <dgm:spPr/>
      <dgm:t>
        <a:bodyPr/>
        <a:lstStyle/>
        <a:p>
          <a:endParaRPr lang="ru-RU"/>
        </a:p>
      </dgm:t>
    </dgm:pt>
    <dgm:pt modelId="{265ED3F2-8546-46B1-A90B-25348846F199}" type="pres">
      <dgm:prSet presAssocID="{59EAECFE-145B-4114-8083-DE7E9054AFD7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ru-RU"/>
        </a:p>
      </dgm:t>
    </dgm:pt>
    <dgm:pt modelId="{98852537-4E82-4FA5-B133-4A564D5FE83D}" type="pres">
      <dgm:prSet presAssocID="{DA795EFB-D945-4E33-BAC1-D78438E47D53}" presName="vertOne" presStyleCnt="0"/>
      <dgm:spPr/>
    </dgm:pt>
    <dgm:pt modelId="{C7A6A88C-DC2F-4428-9C2C-1A666C52DE83}" type="pres">
      <dgm:prSet presAssocID="{DA795EFB-D945-4E33-BAC1-D78438E47D53}" presName="txOne" presStyleLbl="node0" presStyleIdx="0" presStyleCnt="1" custScaleY="50008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6D18EF9E-EA4B-44EB-BFBA-0CDAF30DD21D}" type="pres">
      <dgm:prSet presAssocID="{DA795EFB-D945-4E33-BAC1-D78438E47D53}" presName="parTransOne" presStyleCnt="0"/>
      <dgm:spPr/>
    </dgm:pt>
    <dgm:pt modelId="{F5A66594-9D43-4F2E-9311-65A7B85EA6C7}" type="pres">
      <dgm:prSet presAssocID="{DA795EFB-D945-4E33-BAC1-D78438E47D53}" presName="horzOne" presStyleCnt="0"/>
      <dgm:spPr/>
    </dgm:pt>
    <dgm:pt modelId="{757D037B-3BF2-4706-B5FF-E05A23719C1D}" type="pres">
      <dgm:prSet presAssocID="{A8990DCB-B893-4691-97C7-6D6B464A1353}" presName="vertTwo" presStyleCnt="0"/>
      <dgm:spPr/>
    </dgm:pt>
    <dgm:pt modelId="{D68B9EDD-5A7B-4658-9A12-89FEF2D31282}" type="pres">
      <dgm:prSet presAssocID="{A8990DCB-B893-4691-97C7-6D6B464A1353}" presName="txTwo" presStyleLbl="node2" presStyleIdx="0" presStyleCnt="2" custScaleY="35028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FAB421C6-A626-41A7-818E-6FD1921CD5AE}" type="pres">
      <dgm:prSet presAssocID="{A8990DCB-B893-4691-97C7-6D6B464A1353}" presName="parTransTwo" presStyleCnt="0"/>
      <dgm:spPr/>
    </dgm:pt>
    <dgm:pt modelId="{89427BFA-BDD7-487A-86FB-F87C57186ABD}" type="pres">
      <dgm:prSet presAssocID="{A8990DCB-B893-4691-97C7-6D6B464A1353}" presName="horzTwo" presStyleCnt="0"/>
      <dgm:spPr/>
    </dgm:pt>
    <dgm:pt modelId="{A21F8196-201C-4094-9A01-0D57277D7D41}" type="pres">
      <dgm:prSet presAssocID="{52C6FAF8-09C4-4772-9882-C2BEC3E052DE}" presName="vertThree" presStyleCnt="0"/>
      <dgm:spPr/>
    </dgm:pt>
    <dgm:pt modelId="{9EEE024A-8430-4AE1-A4C5-94B9A8214F18}" type="pres">
      <dgm:prSet presAssocID="{52C6FAF8-09C4-4772-9882-C2BEC3E052DE}" presName="txThree" presStyleLbl="node3" presStyleIdx="0" presStyleCnt="4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6A2B4760-2366-4DB4-B7BF-7DCC04BFA3A5}" type="pres">
      <dgm:prSet presAssocID="{52C6FAF8-09C4-4772-9882-C2BEC3E052DE}" presName="horzThree" presStyleCnt="0"/>
      <dgm:spPr/>
    </dgm:pt>
    <dgm:pt modelId="{95F0E681-B8C3-4378-AB3F-60AF12063314}" type="pres">
      <dgm:prSet presAssocID="{06F79DA6-8981-4017-BC02-BF75CFAB31F7}" presName="sibSpaceThree" presStyleCnt="0"/>
      <dgm:spPr/>
    </dgm:pt>
    <dgm:pt modelId="{1D0FDCFD-143E-403C-90F3-AD41B003BD90}" type="pres">
      <dgm:prSet presAssocID="{36C9D8B8-55FA-4111-B150-61D45D713977}" presName="vertThree" presStyleCnt="0"/>
      <dgm:spPr/>
    </dgm:pt>
    <dgm:pt modelId="{94DBA29C-8A82-4A8D-BE95-A1A1213C741B}" type="pres">
      <dgm:prSet presAssocID="{36C9D8B8-55FA-4111-B150-61D45D713977}" presName="txThree" presStyleLbl="node3" presStyleIdx="1" presStyleCnt="4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9123928D-F180-4196-8380-1523AB92C9AF}" type="pres">
      <dgm:prSet presAssocID="{36C9D8B8-55FA-4111-B150-61D45D713977}" presName="horzThree" presStyleCnt="0"/>
      <dgm:spPr/>
    </dgm:pt>
    <dgm:pt modelId="{5A961531-6D08-441E-AA8E-48DF2F332DCC}" type="pres">
      <dgm:prSet presAssocID="{0E25D8B3-C11C-4037-8AAC-453F39E8CA51}" presName="sibSpaceTwo" presStyleCnt="0"/>
      <dgm:spPr/>
    </dgm:pt>
    <dgm:pt modelId="{649DDD82-8219-4153-88E2-38D03060C775}" type="pres">
      <dgm:prSet presAssocID="{EE53700C-527B-40C3-A563-C99E11CE9E95}" presName="vertTwo" presStyleCnt="0"/>
      <dgm:spPr/>
    </dgm:pt>
    <dgm:pt modelId="{D26AC920-0728-477B-9800-71F6AD26C5D8}" type="pres">
      <dgm:prSet presAssocID="{EE53700C-527B-40C3-A563-C99E11CE9E95}" presName="txTwo" presStyleLbl="node2" presStyleIdx="1" presStyleCnt="2" custScaleY="34888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D0075FB5-9E00-4AF7-8B37-E6FD7A178008}" type="pres">
      <dgm:prSet presAssocID="{EE53700C-527B-40C3-A563-C99E11CE9E95}" presName="parTransTwo" presStyleCnt="0"/>
      <dgm:spPr/>
    </dgm:pt>
    <dgm:pt modelId="{9AB1C1B7-FFD5-4DEF-B631-21609F356A2A}" type="pres">
      <dgm:prSet presAssocID="{EE53700C-527B-40C3-A563-C99E11CE9E95}" presName="horzTwo" presStyleCnt="0"/>
      <dgm:spPr/>
    </dgm:pt>
    <dgm:pt modelId="{18104A6B-7CC1-403A-B2DE-CA98BF034E31}" type="pres">
      <dgm:prSet presAssocID="{F450ABB1-59F2-4235-9815-467A5BA917FB}" presName="vertThree" presStyleCnt="0"/>
      <dgm:spPr/>
    </dgm:pt>
    <dgm:pt modelId="{46626AE8-FCBF-4F23-A2B2-6EAAB77584B4}" type="pres">
      <dgm:prSet presAssocID="{F450ABB1-59F2-4235-9815-467A5BA917FB}" presName="txThree" presStyleLbl="node3" presStyleIdx="2" presStyleCnt="4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8F6B5663-B607-42E3-AA8B-AA700E6EC475}" type="pres">
      <dgm:prSet presAssocID="{F450ABB1-59F2-4235-9815-467A5BA917FB}" presName="horzThree" presStyleCnt="0"/>
      <dgm:spPr/>
    </dgm:pt>
    <dgm:pt modelId="{BCA5B250-0A56-4F51-9F05-85B4D0B14ECD}" type="pres">
      <dgm:prSet presAssocID="{6A3E26F1-059A-43A6-AC54-F53C3690A2EF}" presName="sibSpaceThree" presStyleCnt="0"/>
      <dgm:spPr/>
    </dgm:pt>
    <dgm:pt modelId="{C2C99421-9D9B-4A40-8522-EE0F2AF55920}" type="pres">
      <dgm:prSet presAssocID="{1C6B3518-3EE3-4D30-87F1-6A8619B76A87}" presName="vertThree" presStyleCnt="0"/>
      <dgm:spPr/>
    </dgm:pt>
    <dgm:pt modelId="{BFF645A4-CA72-4AE1-815C-04D74C413F2E}" type="pres">
      <dgm:prSet presAssocID="{1C6B3518-3EE3-4D30-87F1-6A8619B76A87}" presName="txThree" presStyleLbl="node3" presStyleIdx="3" presStyleCnt="4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43B1A33D-49AC-4F07-8D6D-9D04E05CF735}" type="pres">
      <dgm:prSet presAssocID="{1C6B3518-3EE3-4D30-87F1-6A8619B76A87}" presName="horzThree" presStyleCnt="0"/>
      <dgm:spPr/>
    </dgm:pt>
  </dgm:ptLst>
  <dgm:cxnLst>
    <dgm:cxn modelId="{22992DB4-737D-448D-8E41-4FE88015F62F}" type="presOf" srcId="{DA795EFB-D945-4E33-BAC1-D78438E47D53}" destId="{C7A6A88C-DC2F-4428-9C2C-1A666C52DE83}" srcOrd="0" destOrd="0" presId="urn:microsoft.com/office/officeart/2005/8/layout/hierarchy4"/>
    <dgm:cxn modelId="{CC32C471-A7A5-4F1E-81C9-855E0EEA6042}" srcId="{A8990DCB-B893-4691-97C7-6D6B464A1353}" destId="{36C9D8B8-55FA-4111-B150-61D45D713977}" srcOrd="1" destOrd="0" parTransId="{14C7185E-7E0A-42F3-90FB-58384A08FB5A}" sibTransId="{BC585E4C-CB9B-49FB-A816-6C6C9F9C9D87}"/>
    <dgm:cxn modelId="{2E65E6D3-88DB-4210-B313-DEC988068300}" type="presOf" srcId="{36C9D8B8-55FA-4111-B150-61D45D713977}" destId="{94DBA29C-8A82-4A8D-BE95-A1A1213C741B}" srcOrd="0" destOrd="0" presId="urn:microsoft.com/office/officeart/2005/8/layout/hierarchy4"/>
    <dgm:cxn modelId="{D671CC02-452E-435E-B384-EBAB294BE20B}" srcId="{EE53700C-527B-40C3-A563-C99E11CE9E95}" destId="{F450ABB1-59F2-4235-9815-467A5BA917FB}" srcOrd="0" destOrd="0" parTransId="{D93D9EA5-0CA6-401B-B024-6C84ACA32BFE}" sibTransId="{6A3E26F1-059A-43A6-AC54-F53C3690A2EF}"/>
    <dgm:cxn modelId="{F35DAD97-385C-45AF-8394-11E66494882B}" type="presOf" srcId="{A8990DCB-B893-4691-97C7-6D6B464A1353}" destId="{D68B9EDD-5A7B-4658-9A12-89FEF2D31282}" srcOrd="0" destOrd="0" presId="urn:microsoft.com/office/officeart/2005/8/layout/hierarchy4"/>
    <dgm:cxn modelId="{317A79D7-0D2C-4C75-B1F6-C871F78DAEB6}" type="presOf" srcId="{1C6B3518-3EE3-4D30-87F1-6A8619B76A87}" destId="{BFF645A4-CA72-4AE1-815C-04D74C413F2E}" srcOrd="0" destOrd="0" presId="urn:microsoft.com/office/officeart/2005/8/layout/hierarchy4"/>
    <dgm:cxn modelId="{AA62896B-D7F0-4825-A107-129FF63620C9}" srcId="{59EAECFE-145B-4114-8083-DE7E9054AFD7}" destId="{DA795EFB-D945-4E33-BAC1-D78438E47D53}" srcOrd="0" destOrd="0" parTransId="{5DE3E25E-0963-4E56-BF11-414804074311}" sibTransId="{61948294-D47B-4BAE-8A51-03FE38924BF8}"/>
    <dgm:cxn modelId="{A18007A7-0EED-4FB4-A3B7-7BC424912C2D}" type="presOf" srcId="{EE53700C-527B-40C3-A563-C99E11CE9E95}" destId="{D26AC920-0728-477B-9800-71F6AD26C5D8}" srcOrd="0" destOrd="0" presId="urn:microsoft.com/office/officeart/2005/8/layout/hierarchy4"/>
    <dgm:cxn modelId="{C999622C-B270-4A6C-A4B4-F24D3549A59A}" srcId="{DA795EFB-D945-4E33-BAC1-D78438E47D53}" destId="{A8990DCB-B893-4691-97C7-6D6B464A1353}" srcOrd="0" destOrd="0" parTransId="{1166A429-DF14-4B38-BA7F-CAAF9CB0EA5F}" sibTransId="{0E25D8B3-C11C-4037-8AAC-453F39E8CA51}"/>
    <dgm:cxn modelId="{792782AB-0270-4FCC-BD66-BFE62876F4AC}" type="presOf" srcId="{59EAECFE-145B-4114-8083-DE7E9054AFD7}" destId="{265ED3F2-8546-46B1-A90B-25348846F199}" srcOrd="0" destOrd="0" presId="urn:microsoft.com/office/officeart/2005/8/layout/hierarchy4"/>
    <dgm:cxn modelId="{1736512C-BF43-4215-BE26-5A90211CF449}" srcId="{DA795EFB-D945-4E33-BAC1-D78438E47D53}" destId="{EE53700C-527B-40C3-A563-C99E11CE9E95}" srcOrd="1" destOrd="0" parTransId="{DB63B858-2A43-48AF-88E7-D809A2B5CE44}" sibTransId="{29CAA271-49B7-4F22-A52E-E9BDCCD64B5C}"/>
    <dgm:cxn modelId="{00DD9EC4-7A3F-4715-950A-EC215E78203B}" type="presOf" srcId="{52C6FAF8-09C4-4772-9882-C2BEC3E052DE}" destId="{9EEE024A-8430-4AE1-A4C5-94B9A8214F18}" srcOrd="0" destOrd="0" presId="urn:microsoft.com/office/officeart/2005/8/layout/hierarchy4"/>
    <dgm:cxn modelId="{8C68E3B8-B578-4F0E-B4F4-588E30BAA7BF}" srcId="{A8990DCB-B893-4691-97C7-6D6B464A1353}" destId="{52C6FAF8-09C4-4772-9882-C2BEC3E052DE}" srcOrd="0" destOrd="0" parTransId="{0F7076F6-DCDE-4483-A989-3F90EDE1E9AF}" sibTransId="{06F79DA6-8981-4017-BC02-BF75CFAB31F7}"/>
    <dgm:cxn modelId="{20833A03-47CE-4A9F-BFB4-E915D4288737}" srcId="{EE53700C-527B-40C3-A563-C99E11CE9E95}" destId="{1C6B3518-3EE3-4D30-87F1-6A8619B76A87}" srcOrd="1" destOrd="0" parTransId="{45B8C57A-BA1D-44EC-9228-F72948BDD085}" sibTransId="{93629E18-93B2-4D3F-87C0-A1739BC94DBD}"/>
    <dgm:cxn modelId="{6B16FCD6-641E-43CF-8894-8C74F47E653A}" type="presOf" srcId="{F450ABB1-59F2-4235-9815-467A5BA917FB}" destId="{46626AE8-FCBF-4F23-A2B2-6EAAB77584B4}" srcOrd="0" destOrd="0" presId="urn:microsoft.com/office/officeart/2005/8/layout/hierarchy4"/>
    <dgm:cxn modelId="{6C2A1538-769F-4ED0-92A3-A0613B583A62}" type="presParOf" srcId="{265ED3F2-8546-46B1-A90B-25348846F199}" destId="{98852537-4E82-4FA5-B133-4A564D5FE83D}" srcOrd="0" destOrd="0" presId="urn:microsoft.com/office/officeart/2005/8/layout/hierarchy4"/>
    <dgm:cxn modelId="{853AA24D-4D5F-42BA-AAC8-198D15034BDA}" type="presParOf" srcId="{98852537-4E82-4FA5-B133-4A564D5FE83D}" destId="{C7A6A88C-DC2F-4428-9C2C-1A666C52DE83}" srcOrd="0" destOrd="0" presId="urn:microsoft.com/office/officeart/2005/8/layout/hierarchy4"/>
    <dgm:cxn modelId="{53739931-A608-43F3-83FB-5591B9A86667}" type="presParOf" srcId="{98852537-4E82-4FA5-B133-4A564D5FE83D}" destId="{6D18EF9E-EA4B-44EB-BFBA-0CDAF30DD21D}" srcOrd="1" destOrd="0" presId="urn:microsoft.com/office/officeart/2005/8/layout/hierarchy4"/>
    <dgm:cxn modelId="{81B4444B-993E-42C5-9714-307B82CE85A2}" type="presParOf" srcId="{98852537-4E82-4FA5-B133-4A564D5FE83D}" destId="{F5A66594-9D43-4F2E-9311-65A7B85EA6C7}" srcOrd="2" destOrd="0" presId="urn:microsoft.com/office/officeart/2005/8/layout/hierarchy4"/>
    <dgm:cxn modelId="{A081ADEB-AE01-423B-99A5-7A69AB70E1FA}" type="presParOf" srcId="{F5A66594-9D43-4F2E-9311-65A7B85EA6C7}" destId="{757D037B-3BF2-4706-B5FF-E05A23719C1D}" srcOrd="0" destOrd="0" presId="urn:microsoft.com/office/officeart/2005/8/layout/hierarchy4"/>
    <dgm:cxn modelId="{F1C6C262-FDD6-43F8-BD32-90DAFD8ABBAD}" type="presParOf" srcId="{757D037B-3BF2-4706-B5FF-E05A23719C1D}" destId="{D68B9EDD-5A7B-4658-9A12-89FEF2D31282}" srcOrd="0" destOrd="0" presId="urn:microsoft.com/office/officeart/2005/8/layout/hierarchy4"/>
    <dgm:cxn modelId="{CF8EC507-2C9A-4E39-AC16-027A970E5FF7}" type="presParOf" srcId="{757D037B-3BF2-4706-B5FF-E05A23719C1D}" destId="{FAB421C6-A626-41A7-818E-6FD1921CD5AE}" srcOrd="1" destOrd="0" presId="urn:microsoft.com/office/officeart/2005/8/layout/hierarchy4"/>
    <dgm:cxn modelId="{34AC2F05-3D60-41D9-AA1B-4AABFFCCD92B}" type="presParOf" srcId="{757D037B-3BF2-4706-B5FF-E05A23719C1D}" destId="{89427BFA-BDD7-487A-86FB-F87C57186ABD}" srcOrd="2" destOrd="0" presId="urn:microsoft.com/office/officeart/2005/8/layout/hierarchy4"/>
    <dgm:cxn modelId="{FD080990-1A67-4680-97EE-B0A89B13B8AE}" type="presParOf" srcId="{89427BFA-BDD7-487A-86FB-F87C57186ABD}" destId="{A21F8196-201C-4094-9A01-0D57277D7D41}" srcOrd="0" destOrd="0" presId="urn:microsoft.com/office/officeart/2005/8/layout/hierarchy4"/>
    <dgm:cxn modelId="{7EC86FB8-DD43-4374-8C0C-9728ACD4B8B4}" type="presParOf" srcId="{A21F8196-201C-4094-9A01-0D57277D7D41}" destId="{9EEE024A-8430-4AE1-A4C5-94B9A8214F18}" srcOrd="0" destOrd="0" presId="urn:microsoft.com/office/officeart/2005/8/layout/hierarchy4"/>
    <dgm:cxn modelId="{F8F99BCF-2286-4FAD-878F-BBBD559DB3CD}" type="presParOf" srcId="{A21F8196-201C-4094-9A01-0D57277D7D41}" destId="{6A2B4760-2366-4DB4-B7BF-7DCC04BFA3A5}" srcOrd="1" destOrd="0" presId="urn:microsoft.com/office/officeart/2005/8/layout/hierarchy4"/>
    <dgm:cxn modelId="{9129B4F8-7648-45DD-95B1-5EF3AB0A20C7}" type="presParOf" srcId="{89427BFA-BDD7-487A-86FB-F87C57186ABD}" destId="{95F0E681-B8C3-4378-AB3F-60AF12063314}" srcOrd="1" destOrd="0" presId="urn:microsoft.com/office/officeart/2005/8/layout/hierarchy4"/>
    <dgm:cxn modelId="{77EBC761-A047-4405-91B1-D0FCB1DFE0EB}" type="presParOf" srcId="{89427BFA-BDD7-487A-86FB-F87C57186ABD}" destId="{1D0FDCFD-143E-403C-90F3-AD41B003BD90}" srcOrd="2" destOrd="0" presId="urn:microsoft.com/office/officeart/2005/8/layout/hierarchy4"/>
    <dgm:cxn modelId="{471E98B3-4982-4846-9818-D794DC7E3295}" type="presParOf" srcId="{1D0FDCFD-143E-403C-90F3-AD41B003BD90}" destId="{94DBA29C-8A82-4A8D-BE95-A1A1213C741B}" srcOrd="0" destOrd="0" presId="urn:microsoft.com/office/officeart/2005/8/layout/hierarchy4"/>
    <dgm:cxn modelId="{ADCA95DE-E349-4A1B-ACE3-801D2F771BCE}" type="presParOf" srcId="{1D0FDCFD-143E-403C-90F3-AD41B003BD90}" destId="{9123928D-F180-4196-8380-1523AB92C9AF}" srcOrd="1" destOrd="0" presId="urn:microsoft.com/office/officeart/2005/8/layout/hierarchy4"/>
    <dgm:cxn modelId="{2DF6EF17-D0D6-4E0F-BCA4-0FF10CBB8734}" type="presParOf" srcId="{F5A66594-9D43-4F2E-9311-65A7B85EA6C7}" destId="{5A961531-6D08-441E-AA8E-48DF2F332DCC}" srcOrd="1" destOrd="0" presId="urn:microsoft.com/office/officeart/2005/8/layout/hierarchy4"/>
    <dgm:cxn modelId="{2C2B27DC-8020-4BAE-BA1B-0E15B3A71039}" type="presParOf" srcId="{F5A66594-9D43-4F2E-9311-65A7B85EA6C7}" destId="{649DDD82-8219-4153-88E2-38D03060C775}" srcOrd="2" destOrd="0" presId="urn:microsoft.com/office/officeart/2005/8/layout/hierarchy4"/>
    <dgm:cxn modelId="{3D6C5F00-D45D-4D25-A2C4-780B0D7E1656}" type="presParOf" srcId="{649DDD82-8219-4153-88E2-38D03060C775}" destId="{D26AC920-0728-477B-9800-71F6AD26C5D8}" srcOrd="0" destOrd="0" presId="urn:microsoft.com/office/officeart/2005/8/layout/hierarchy4"/>
    <dgm:cxn modelId="{A613CF57-B73C-46B0-B8C4-510A022ED2F5}" type="presParOf" srcId="{649DDD82-8219-4153-88E2-38D03060C775}" destId="{D0075FB5-9E00-4AF7-8B37-E6FD7A178008}" srcOrd="1" destOrd="0" presId="urn:microsoft.com/office/officeart/2005/8/layout/hierarchy4"/>
    <dgm:cxn modelId="{B2441D43-DC89-4FF1-82BB-26D830280757}" type="presParOf" srcId="{649DDD82-8219-4153-88E2-38D03060C775}" destId="{9AB1C1B7-FFD5-4DEF-B631-21609F356A2A}" srcOrd="2" destOrd="0" presId="urn:microsoft.com/office/officeart/2005/8/layout/hierarchy4"/>
    <dgm:cxn modelId="{8BFAFD7F-7E34-4F9A-92D7-FD6A09513751}" type="presParOf" srcId="{9AB1C1B7-FFD5-4DEF-B631-21609F356A2A}" destId="{18104A6B-7CC1-403A-B2DE-CA98BF034E31}" srcOrd="0" destOrd="0" presId="urn:microsoft.com/office/officeart/2005/8/layout/hierarchy4"/>
    <dgm:cxn modelId="{6639D724-F031-4E42-BE63-25CAE0634CBF}" type="presParOf" srcId="{18104A6B-7CC1-403A-B2DE-CA98BF034E31}" destId="{46626AE8-FCBF-4F23-A2B2-6EAAB77584B4}" srcOrd="0" destOrd="0" presId="urn:microsoft.com/office/officeart/2005/8/layout/hierarchy4"/>
    <dgm:cxn modelId="{03B93F44-A68B-4A5C-A8EE-BDBB268ABAD6}" type="presParOf" srcId="{18104A6B-7CC1-403A-B2DE-CA98BF034E31}" destId="{8F6B5663-B607-42E3-AA8B-AA700E6EC475}" srcOrd="1" destOrd="0" presId="urn:microsoft.com/office/officeart/2005/8/layout/hierarchy4"/>
    <dgm:cxn modelId="{F57A37EE-1823-457D-BB50-CD437F906198}" type="presParOf" srcId="{9AB1C1B7-FFD5-4DEF-B631-21609F356A2A}" destId="{BCA5B250-0A56-4F51-9F05-85B4D0B14ECD}" srcOrd="1" destOrd="0" presId="urn:microsoft.com/office/officeart/2005/8/layout/hierarchy4"/>
    <dgm:cxn modelId="{FD78D7C5-3EB0-4428-BDC9-5C9B2831BA10}" type="presParOf" srcId="{9AB1C1B7-FFD5-4DEF-B631-21609F356A2A}" destId="{C2C99421-9D9B-4A40-8522-EE0F2AF55920}" srcOrd="2" destOrd="0" presId="urn:microsoft.com/office/officeart/2005/8/layout/hierarchy4"/>
    <dgm:cxn modelId="{640CB788-4A32-4136-89C7-5879DD22B21A}" type="presParOf" srcId="{C2C99421-9D9B-4A40-8522-EE0F2AF55920}" destId="{BFF645A4-CA72-4AE1-815C-04D74C413F2E}" srcOrd="0" destOrd="0" presId="urn:microsoft.com/office/officeart/2005/8/layout/hierarchy4"/>
    <dgm:cxn modelId="{B1614BC5-0266-4773-81CC-48D7422B569A}" type="presParOf" srcId="{C2C99421-9D9B-4A40-8522-EE0F2AF55920}" destId="{43B1A33D-49AC-4F07-8D6D-9D04E05CF735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5A2DBAC-E279-42FD-861D-D9ACD1B0B928}" type="doc">
      <dgm:prSet loTypeId="urn:microsoft.com/office/officeart/2005/8/layout/hierarchy4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5052F3E0-7559-4AF3-9C39-EBFE66C64C67}">
      <dgm:prSet phldrT="[Текст]"/>
      <dgm:spPr/>
      <dgm:t>
        <a:bodyPr/>
        <a:lstStyle/>
        <a:p>
          <a:r>
            <a:rPr lang="ru-RU" dirty="0" smtClean="0"/>
            <a:t>Системы</a:t>
          </a:r>
          <a:endParaRPr lang="ru-RU" dirty="0"/>
        </a:p>
      </dgm:t>
    </dgm:pt>
    <dgm:pt modelId="{CC036AA2-2505-43E8-B750-E138845BDA77}" type="parTrans" cxnId="{EC6FFDDB-B0EA-49B8-8B74-37BA3F4D3634}">
      <dgm:prSet/>
      <dgm:spPr/>
      <dgm:t>
        <a:bodyPr/>
        <a:lstStyle/>
        <a:p>
          <a:endParaRPr lang="ru-RU"/>
        </a:p>
      </dgm:t>
    </dgm:pt>
    <dgm:pt modelId="{8B32191F-26B3-4B34-B650-3FA06A2E8907}" type="sibTrans" cxnId="{EC6FFDDB-B0EA-49B8-8B74-37BA3F4D3634}">
      <dgm:prSet/>
      <dgm:spPr/>
      <dgm:t>
        <a:bodyPr/>
        <a:lstStyle/>
        <a:p>
          <a:endParaRPr lang="ru-RU"/>
        </a:p>
      </dgm:t>
    </dgm:pt>
    <dgm:pt modelId="{A318FD03-8D86-472D-950C-97270DA5E797}">
      <dgm:prSet phldrT="[Текст]"/>
      <dgm:spPr/>
      <dgm:t>
        <a:bodyPr/>
        <a:lstStyle/>
        <a:p>
          <a:r>
            <a:rPr lang="ru-RU" dirty="0" smtClean="0"/>
            <a:t>Закрытые</a:t>
          </a:r>
          <a:br>
            <a:rPr lang="ru-RU" dirty="0" smtClean="0"/>
          </a:br>
          <a:r>
            <a:rPr lang="ru-RU" dirty="0" smtClean="0"/>
            <a:t>(не взаимодействуют со средой)</a:t>
          </a:r>
          <a:endParaRPr lang="ru-RU" dirty="0"/>
        </a:p>
      </dgm:t>
    </dgm:pt>
    <dgm:pt modelId="{F5604DE0-FD37-499A-92D7-62BDF48CF563}" type="parTrans" cxnId="{2F526F8F-640C-42E6-AADB-0381C9E6D6AA}">
      <dgm:prSet/>
      <dgm:spPr/>
      <dgm:t>
        <a:bodyPr/>
        <a:lstStyle/>
        <a:p>
          <a:endParaRPr lang="ru-RU"/>
        </a:p>
      </dgm:t>
    </dgm:pt>
    <dgm:pt modelId="{5F8AF4DB-F275-4BC7-9D37-D8E30A9D7A62}" type="sibTrans" cxnId="{2F526F8F-640C-42E6-AADB-0381C9E6D6AA}">
      <dgm:prSet/>
      <dgm:spPr/>
      <dgm:t>
        <a:bodyPr/>
        <a:lstStyle/>
        <a:p>
          <a:endParaRPr lang="ru-RU"/>
        </a:p>
      </dgm:t>
    </dgm:pt>
    <dgm:pt modelId="{98058A5A-E88F-48F9-B6C4-5DF2D8CCC8EE}">
      <dgm:prSet phldrT="[Текст]"/>
      <dgm:spPr/>
      <dgm:t>
        <a:bodyPr/>
        <a:lstStyle/>
        <a:p>
          <a:r>
            <a:rPr lang="ru-RU" dirty="0" smtClean="0"/>
            <a:t>Открытые</a:t>
          </a:r>
          <a:br>
            <a:rPr lang="ru-RU" dirty="0" smtClean="0"/>
          </a:br>
          <a:r>
            <a:rPr lang="ru-RU" dirty="0" smtClean="0"/>
            <a:t> (взаимодействуют со средой)</a:t>
          </a:r>
          <a:endParaRPr lang="ru-RU" dirty="0"/>
        </a:p>
      </dgm:t>
    </dgm:pt>
    <dgm:pt modelId="{7A58D80D-B092-44D3-A3F3-DEB3D38461F4}" type="parTrans" cxnId="{92B32FD9-CABE-4DE9-8076-F458D0E5857F}">
      <dgm:prSet/>
      <dgm:spPr/>
      <dgm:t>
        <a:bodyPr/>
        <a:lstStyle/>
        <a:p>
          <a:endParaRPr lang="ru-RU"/>
        </a:p>
      </dgm:t>
    </dgm:pt>
    <dgm:pt modelId="{5F5D9097-AD59-4FB7-A8AA-7E7BCD85E029}" type="sibTrans" cxnId="{92B32FD9-CABE-4DE9-8076-F458D0E5857F}">
      <dgm:prSet/>
      <dgm:spPr/>
      <dgm:t>
        <a:bodyPr/>
        <a:lstStyle/>
        <a:p>
          <a:endParaRPr lang="ru-RU"/>
        </a:p>
      </dgm:t>
    </dgm:pt>
    <dgm:pt modelId="{DA0FC78A-4425-405A-8B7D-08016885B7E8}" type="pres">
      <dgm:prSet presAssocID="{C5A2DBAC-E279-42FD-861D-D9ACD1B0B928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9F78F1A-F51A-4E64-81FF-683530C02A6F}" type="pres">
      <dgm:prSet presAssocID="{5052F3E0-7559-4AF3-9C39-EBFE66C64C67}" presName="vertOne" presStyleCnt="0"/>
      <dgm:spPr/>
    </dgm:pt>
    <dgm:pt modelId="{A18B0725-C19C-4429-B3CA-386F0DFE7C75}" type="pres">
      <dgm:prSet presAssocID="{5052F3E0-7559-4AF3-9C39-EBFE66C64C67}" presName="txOne" presStyleLbl="node0" presStyleIdx="0" presStyleCnt="1" custLinFactNeighborX="-319" custLinFactNeighborY="42513">
        <dgm:presLayoutVars>
          <dgm:chPref val="3"/>
        </dgm:presLayoutVars>
      </dgm:prSet>
      <dgm:spPr/>
    </dgm:pt>
    <dgm:pt modelId="{350821F5-F6B6-46A6-8532-F7E72C3525B0}" type="pres">
      <dgm:prSet presAssocID="{5052F3E0-7559-4AF3-9C39-EBFE66C64C67}" presName="parTransOne" presStyleCnt="0"/>
      <dgm:spPr/>
    </dgm:pt>
    <dgm:pt modelId="{52DAAFD6-FB1B-4813-8A56-A62417DC42F8}" type="pres">
      <dgm:prSet presAssocID="{5052F3E0-7559-4AF3-9C39-EBFE66C64C67}" presName="horzOne" presStyleCnt="0"/>
      <dgm:spPr/>
    </dgm:pt>
    <dgm:pt modelId="{05043A56-A1BD-4A98-850F-EF1399486B4E}" type="pres">
      <dgm:prSet presAssocID="{A318FD03-8D86-472D-950C-97270DA5E797}" presName="vertTwo" presStyleCnt="0"/>
      <dgm:spPr/>
    </dgm:pt>
    <dgm:pt modelId="{EC44419A-DD29-473E-B66D-A8EE5C2D0162}" type="pres">
      <dgm:prSet presAssocID="{A318FD03-8D86-472D-950C-97270DA5E797}" presName="txTwo" presStyleLbl="node2" presStyleIdx="0" presStyleCnt="2">
        <dgm:presLayoutVars>
          <dgm:chPref val="3"/>
        </dgm:presLayoutVars>
      </dgm:prSet>
      <dgm:spPr/>
    </dgm:pt>
    <dgm:pt modelId="{6861A50A-3C44-4EB4-BEFD-A1366D01B1C9}" type="pres">
      <dgm:prSet presAssocID="{A318FD03-8D86-472D-950C-97270DA5E797}" presName="horzTwo" presStyleCnt="0"/>
      <dgm:spPr/>
    </dgm:pt>
    <dgm:pt modelId="{B518A3D5-F849-4422-8945-E399E7AA886A}" type="pres">
      <dgm:prSet presAssocID="{5F8AF4DB-F275-4BC7-9D37-D8E30A9D7A62}" presName="sibSpaceTwo" presStyleCnt="0"/>
      <dgm:spPr/>
    </dgm:pt>
    <dgm:pt modelId="{5FEDD80C-F588-43BB-A63E-2300C33181DF}" type="pres">
      <dgm:prSet presAssocID="{98058A5A-E88F-48F9-B6C4-5DF2D8CCC8EE}" presName="vertTwo" presStyleCnt="0"/>
      <dgm:spPr/>
    </dgm:pt>
    <dgm:pt modelId="{A45ADC5E-AF5F-4194-88AD-5FB999F57250}" type="pres">
      <dgm:prSet presAssocID="{98058A5A-E88F-48F9-B6C4-5DF2D8CCC8EE}" presName="txTwo" presStyleLbl="node2" presStyleIdx="1" presStyleCnt="2">
        <dgm:presLayoutVars>
          <dgm:chPref val="3"/>
        </dgm:presLayoutVars>
      </dgm:prSet>
      <dgm:spPr/>
    </dgm:pt>
    <dgm:pt modelId="{85663E8B-29B5-4373-BC09-68BF6E8956EC}" type="pres">
      <dgm:prSet presAssocID="{98058A5A-E88F-48F9-B6C4-5DF2D8CCC8EE}" presName="horzTwo" presStyleCnt="0"/>
      <dgm:spPr/>
    </dgm:pt>
  </dgm:ptLst>
  <dgm:cxnLst>
    <dgm:cxn modelId="{92B32FD9-CABE-4DE9-8076-F458D0E5857F}" srcId="{5052F3E0-7559-4AF3-9C39-EBFE66C64C67}" destId="{98058A5A-E88F-48F9-B6C4-5DF2D8CCC8EE}" srcOrd="1" destOrd="0" parTransId="{7A58D80D-B092-44D3-A3F3-DEB3D38461F4}" sibTransId="{5F5D9097-AD59-4FB7-A8AA-7E7BCD85E029}"/>
    <dgm:cxn modelId="{A79B22CC-523F-4F7B-BEFC-ECDC65B19133}" type="presOf" srcId="{A318FD03-8D86-472D-950C-97270DA5E797}" destId="{EC44419A-DD29-473E-B66D-A8EE5C2D0162}" srcOrd="0" destOrd="0" presId="urn:microsoft.com/office/officeart/2005/8/layout/hierarchy4"/>
    <dgm:cxn modelId="{EC6FFDDB-B0EA-49B8-8B74-37BA3F4D3634}" srcId="{C5A2DBAC-E279-42FD-861D-D9ACD1B0B928}" destId="{5052F3E0-7559-4AF3-9C39-EBFE66C64C67}" srcOrd="0" destOrd="0" parTransId="{CC036AA2-2505-43E8-B750-E138845BDA77}" sibTransId="{8B32191F-26B3-4B34-B650-3FA06A2E8907}"/>
    <dgm:cxn modelId="{C0F31E13-A2E5-46EE-821E-C8B156A75F97}" type="presOf" srcId="{98058A5A-E88F-48F9-B6C4-5DF2D8CCC8EE}" destId="{A45ADC5E-AF5F-4194-88AD-5FB999F57250}" srcOrd="0" destOrd="0" presId="urn:microsoft.com/office/officeart/2005/8/layout/hierarchy4"/>
    <dgm:cxn modelId="{75D461C4-0E24-4B36-A4A4-2107EDC80281}" type="presOf" srcId="{5052F3E0-7559-4AF3-9C39-EBFE66C64C67}" destId="{A18B0725-C19C-4429-B3CA-386F0DFE7C75}" srcOrd="0" destOrd="0" presId="urn:microsoft.com/office/officeart/2005/8/layout/hierarchy4"/>
    <dgm:cxn modelId="{D1402A5D-CB54-4FE5-BB8B-CB96A05C1D24}" type="presOf" srcId="{C5A2DBAC-E279-42FD-861D-D9ACD1B0B928}" destId="{DA0FC78A-4425-405A-8B7D-08016885B7E8}" srcOrd="0" destOrd="0" presId="urn:microsoft.com/office/officeart/2005/8/layout/hierarchy4"/>
    <dgm:cxn modelId="{2F526F8F-640C-42E6-AADB-0381C9E6D6AA}" srcId="{5052F3E0-7559-4AF3-9C39-EBFE66C64C67}" destId="{A318FD03-8D86-472D-950C-97270DA5E797}" srcOrd="0" destOrd="0" parTransId="{F5604DE0-FD37-499A-92D7-62BDF48CF563}" sibTransId="{5F8AF4DB-F275-4BC7-9D37-D8E30A9D7A62}"/>
    <dgm:cxn modelId="{38286B9C-EFAF-4B2D-864F-534D69B69967}" type="presParOf" srcId="{DA0FC78A-4425-405A-8B7D-08016885B7E8}" destId="{99F78F1A-F51A-4E64-81FF-683530C02A6F}" srcOrd="0" destOrd="0" presId="urn:microsoft.com/office/officeart/2005/8/layout/hierarchy4"/>
    <dgm:cxn modelId="{2D380717-57B0-43AE-B06F-065C084038BD}" type="presParOf" srcId="{99F78F1A-F51A-4E64-81FF-683530C02A6F}" destId="{A18B0725-C19C-4429-B3CA-386F0DFE7C75}" srcOrd="0" destOrd="0" presId="urn:microsoft.com/office/officeart/2005/8/layout/hierarchy4"/>
    <dgm:cxn modelId="{7A6E350E-9663-4C27-88EC-30534CDE066B}" type="presParOf" srcId="{99F78F1A-F51A-4E64-81FF-683530C02A6F}" destId="{350821F5-F6B6-46A6-8532-F7E72C3525B0}" srcOrd="1" destOrd="0" presId="urn:microsoft.com/office/officeart/2005/8/layout/hierarchy4"/>
    <dgm:cxn modelId="{C24A2D32-6397-4A52-B20B-ED3D0E5A8008}" type="presParOf" srcId="{99F78F1A-F51A-4E64-81FF-683530C02A6F}" destId="{52DAAFD6-FB1B-4813-8A56-A62417DC42F8}" srcOrd="2" destOrd="0" presId="urn:microsoft.com/office/officeart/2005/8/layout/hierarchy4"/>
    <dgm:cxn modelId="{FE7A7EA0-5B25-4C38-BCFA-CF914675C08C}" type="presParOf" srcId="{52DAAFD6-FB1B-4813-8A56-A62417DC42F8}" destId="{05043A56-A1BD-4A98-850F-EF1399486B4E}" srcOrd="0" destOrd="0" presId="urn:microsoft.com/office/officeart/2005/8/layout/hierarchy4"/>
    <dgm:cxn modelId="{76DFF02E-C1F7-4BC4-AD1B-A3E68E1B1B47}" type="presParOf" srcId="{05043A56-A1BD-4A98-850F-EF1399486B4E}" destId="{EC44419A-DD29-473E-B66D-A8EE5C2D0162}" srcOrd="0" destOrd="0" presId="urn:microsoft.com/office/officeart/2005/8/layout/hierarchy4"/>
    <dgm:cxn modelId="{DB0A74E8-2F20-4F65-BFEE-37F387DC2141}" type="presParOf" srcId="{05043A56-A1BD-4A98-850F-EF1399486B4E}" destId="{6861A50A-3C44-4EB4-BEFD-A1366D01B1C9}" srcOrd="1" destOrd="0" presId="urn:microsoft.com/office/officeart/2005/8/layout/hierarchy4"/>
    <dgm:cxn modelId="{53850984-BBCC-4496-9E1D-DCF98073BA90}" type="presParOf" srcId="{52DAAFD6-FB1B-4813-8A56-A62417DC42F8}" destId="{B518A3D5-F849-4422-8945-E399E7AA886A}" srcOrd="1" destOrd="0" presId="urn:microsoft.com/office/officeart/2005/8/layout/hierarchy4"/>
    <dgm:cxn modelId="{92E16C16-026D-47F5-A2E2-1CF46E85BA53}" type="presParOf" srcId="{52DAAFD6-FB1B-4813-8A56-A62417DC42F8}" destId="{5FEDD80C-F588-43BB-A63E-2300C33181DF}" srcOrd="2" destOrd="0" presId="urn:microsoft.com/office/officeart/2005/8/layout/hierarchy4"/>
    <dgm:cxn modelId="{96CE23CC-C1AF-4076-B144-6D3EABAE0BF7}" type="presParOf" srcId="{5FEDD80C-F588-43BB-A63E-2300C33181DF}" destId="{A45ADC5E-AF5F-4194-88AD-5FB999F57250}" srcOrd="0" destOrd="0" presId="urn:microsoft.com/office/officeart/2005/8/layout/hierarchy4"/>
    <dgm:cxn modelId="{6245FD85-0904-467D-85F4-BE673077140B}" type="presParOf" srcId="{5FEDD80C-F588-43BB-A63E-2300C33181DF}" destId="{85663E8B-29B5-4373-BC09-68BF6E8956EC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A6A88C-DC2F-4428-9C2C-1A666C52DE83}">
      <dsp:nvSpPr>
        <dsp:cNvPr id="0" name=""/>
        <dsp:cNvSpPr/>
      </dsp:nvSpPr>
      <dsp:spPr>
        <a:xfrm>
          <a:off x="4040" y="216"/>
          <a:ext cx="10936395" cy="7857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lvl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400" kern="1200" dirty="0" smtClean="0"/>
            <a:t>Модели</a:t>
          </a:r>
          <a:endParaRPr lang="ru-RU" sz="3400" kern="1200" dirty="0"/>
        </a:p>
      </dsp:txBody>
      <dsp:txXfrm>
        <a:off x="27053" y="23229"/>
        <a:ext cx="10890369" cy="739708"/>
      </dsp:txXfrm>
    </dsp:sp>
    <dsp:sp modelId="{D68B9EDD-5A7B-4658-9A12-89FEF2D31282}">
      <dsp:nvSpPr>
        <dsp:cNvPr id="0" name=""/>
        <dsp:cNvSpPr/>
      </dsp:nvSpPr>
      <dsp:spPr>
        <a:xfrm>
          <a:off x="14714" y="1063966"/>
          <a:ext cx="5347534" cy="55036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300" kern="1200" dirty="0" smtClean="0"/>
            <a:t>Материальные</a:t>
          </a:r>
          <a:endParaRPr lang="ru-RU" sz="2300" kern="1200" dirty="0"/>
        </a:p>
      </dsp:txBody>
      <dsp:txXfrm>
        <a:off x="30834" y="1080086"/>
        <a:ext cx="5315294" cy="518126"/>
      </dsp:txXfrm>
    </dsp:sp>
    <dsp:sp modelId="{9EEE024A-8430-4AE1-A4C5-94B9A8214F18}">
      <dsp:nvSpPr>
        <dsp:cNvPr id="0" name=""/>
        <dsp:cNvSpPr/>
      </dsp:nvSpPr>
      <dsp:spPr>
        <a:xfrm>
          <a:off x="14714" y="1892347"/>
          <a:ext cx="2618773" cy="157121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200" kern="1200" dirty="0" smtClean="0"/>
            <a:t>Физические</a:t>
          </a:r>
          <a:endParaRPr lang="ru-RU" sz="2200" kern="1200" dirty="0"/>
        </a:p>
      </dsp:txBody>
      <dsp:txXfrm>
        <a:off x="60733" y="1938366"/>
        <a:ext cx="2526735" cy="1479179"/>
      </dsp:txXfrm>
    </dsp:sp>
    <dsp:sp modelId="{94DBA29C-8A82-4A8D-BE95-A1A1213C741B}">
      <dsp:nvSpPr>
        <dsp:cNvPr id="0" name=""/>
        <dsp:cNvSpPr/>
      </dsp:nvSpPr>
      <dsp:spPr>
        <a:xfrm>
          <a:off x="2743476" y="1892347"/>
          <a:ext cx="2618773" cy="157121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200" kern="1200" dirty="0" smtClean="0"/>
            <a:t>Аналоговые</a:t>
          </a:r>
          <a:endParaRPr lang="ru-RU" sz="2200" kern="1200" dirty="0"/>
        </a:p>
      </dsp:txBody>
      <dsp:txXfrm>
        <a:off x="2789495" y="1938366"/>
        <a:ext cx="2526735" cy="1479179"/>
      </dsp:txXfrm>
    </dsp:sp>
    <dsp:sp modelId="{D26AC920-0728-477B-9800-71F6AD26C5D8}">
      <dsp:nvSpPr>
        <dsp:cNvPr id="0" name=""/>
        <dsp:cNvSpPr/>
      </dsp:nvSpPr>
      <dsp:spPr>
        <a:xfrm>
          <a:off x="5582226" y="1063966"/>
          <a:ext cx="5347534" cy="54816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300" kern="1200" dirty="0" smtClean="0"/>
            <a:t>Абстрактные</a:t>
          </a:r>
          <a:endParaRPr lang="ru-RU" sz="2300" kern="1200" dirty="0"/>
        </a:p>
      </dsp:txBody>
      <dsp:txXfrm>
        <a:off x="5598281" y="1080021"/>
        <a:ext cx="5315424" cy="516056"/>
      </dsp:txXfrm>
    </dsp:sp>
    <dsp:sp modelId="{46626AE8-FCBF-4F23-A2B2-6EAAB77584B4}">
      <dsp:nvSpPr>
        <dsp:cNvPr id="0" name=""/>
        <dsp:cNvSpPr/>
      </dsp:nvSpPr>
      <dsp:spPr>
        <a:xfrm>
          <a:off x="5582226" y="1890148"/>
          <a:ext cx="2618773" cy="1571217"/>
        </a:xfrm>
        <a:prstGeom prst="roundRect">
          <a:avLst>
            <a:gd name="adj" fmla="val 10000"/>
          </a:avLst>
        </a:prstGeom>
        <a:solidFill>
          <a:schemeClr val="accent6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200" kern="1200" dirty="0" smtClean="0">
              <a:solidFill>
                <a:schemeClr val="bg2"/>
              </a:solidFill>
            </a:rPr>
            <a:t>Информационные</a:t>
          </a:r>
          <a:endParaRPr lang="ru-RU" sz="2200" kern="1200" dirty="0">
            <a:solidFill>
              <a:schemeClr val="bg2"/>
            </a:solidFill>
          </a:endParaRPr>
        </a:p>
      </dsp:txBody>
      <dsp:txXfrm>
        <a:off x="5628245" y="1936167"/>
        <a:ext cx="2526735" cy="1479179"/>
      </dsp:txXfrm>
    </dsp:sp>
    <dsp:sp modelId="{BFF645A4-CA72-4AE1-815C-04D74C413F2E}">
      <dsp:nvSpPr>
        <dsp:cNvPr id="0" name=""/>
        <dsp:cNvSpPr/>
      </dsp:nvSpPr>
      <dsp:spPr>
        <a:xfrm>
          <a:off x="8310988" y="1890148"/>
          <a:ext cx="2618773" cy="157121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200" kern="1200" dirty="0" smtClean="0"/>
            <a:t>Интуитивные</a:t>
          </a:r>
          <a:endParaRPr lang="ru-RU" sz="2200" kern="1200" dirty="0"/>
        </a:p>
      </dsp:txBody>
      <dsp:txXfrm>
        <a:off x="8357007" y="1936167"/>
        <a:ext cx="2526735" cy="147917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8B0725-C19C-4429-B3CA-386F0DFE7C75}">
      <dsp:nvSpPr>
        <dsp:cNvPr id="0" name=""/>
        <dsp:cNvSpPr/>
      </dsp:nvSpPr>
      <dsp:spPr>
        <a:xfrm>
          <a:off x="0" y="107545"/>
          <a:ext cx="10362211" cy="81821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lvl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500" kern="1200" dirty="0" smtClean="0"/>
            <a:t>Системы</a:t>
          </a:r>
          <a:endParaRPr lang="ru-RU" sz="3500" kern="1200" dirty="0"/>
        </a:p>
      </dsp:txBody>
      <dsp:txXfrm>
        <a:off x="23965" y="131510"/>
        <a:ext cx="10314281" cy="770286"/>
      </dsp:txXfrm>
    </dsp:sp>
    <dsp:sp modelId="{EC44419A-DD29-473E-B66D-A8EE5C2D0162}">
      <dsp:nvSpPr>
        <dsp:cNvPr id="0" name=""/>
        <dsp:cNvSpPr/>
      </dsp:nvSpPr>
      <dsp:spPr>
        <a:xfrm>
          <a:off x="3827" y="1070347"/>
          <a:ext cx="4972270" cy="81821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100" kern="1200" dirty="0" smtClean="0"/>
            <a:t>Закрытые</a:t>
          </a:r>
          <a:br>
            <a:rPr lang="ru-RU" sz="2100" kern="1200" dirty="0" smtClean="0"/>
          </a:br>
          <a:r>
            <a:rPr lang="ru-RU" sz="2100" kern="1200" dirty="0" smtClean="0"/>
            <a:t>(не взаимодействуют со средой)</a:t>
          </a:r>
          <a:endParaRPr lang="ru-RU" sz="2100" kern="1200" dirty="0"/>
        </a:p>
      </dsp:txBody>
      <dsp:txXfrm>
        <a:off x="27792" y="1094312"/>
        <a:ext cx="4924340" cy="770286"/>
      </dsp:txXfrm>
    </dsp:sp>
    <dsp:sp modelId="{A45ADC5E-AF5F-4194-88AD-5FB999F57250}">
      <dsp:nvSpPr>
        <dsp:cNvPr id="0" name=""/>
        <dsp:cNvSpPr/>
      </dsp:nvSpPr>
      <dsp:spPr>
        <a:xfrm>
          <a:off x="5393768" y="1070347"/>
          <a:ext cx="4972270" cy="81821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100" kern="1200" dirty="0" smtClean="0"/>
            <a:t>Открытые</a:t>
          </a:r>
          <a:br>
            <a:rPr lang="ru-RU" sz="2100" kern="1200" dirty="0" smtClean="0"/>
          </a:br>
          <a:r>
            <a:rPr lang="ru-RU" sz="2100" kern="1200" dirty="0" smtClean="0"/>
            <a:t> (взаимодействуют со средой)</a:t>
          </a:r>
          <a:endParaRPr lang="ru-RU" sz="2100" kern="1200" dirty="0"/>
        </a:p>
      </dsp:txBody>
      <dsp:txXfrm>
        <a:off x="5417733" y="1094312"/>
        <a:ext cx="4924340" cy="77028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19FB2-3AAB-4D03-B13A-2960828C78E3}" type="datetimeFigureOut">
              <a:rPr lang="en-US" dirty="0"/>
              <a:t>7/15/2017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16976-5D93-46E4-A98A-FAD63E4D0EA8}" type="datetimeFigureOut">
              <a:rPr lang="en-US" dirty="0"/>
              <a:t>7/15/2017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9F4F5-F4D2-4D2A-AB60-88D37ADCB869}" type="datetimeFigureOut">
              <a:rPr lang="en-US" dirty="0"/>
              <a:t>7/15/2017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BC6CE-6D1E-47E5-8859-F31AC5380EB2}" type="datetimeFigureOut">
              <a:rPr lang="en-US" dirty="0"/>
              <a:t>7/15/2017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4E7C4-4DA4-404D-9965-B13F2DD7D8BF}" type="datetimeFigureOut">
              <a:rPr lang="en-US" dirty="0"/>
              <a:t>7/15/2017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FB7AA-4A53-424F-AD41-70827B6504BA}" type="datetimeFigureOut">
              <a:rPr lang="en-US" dirty="0"/>
              <a:t>7/15/2017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84882-FB12-4BC8-9960-9AD8104D7FAE}" type="datetimeFigureOut">
              <a:rPr lang="en-US" dirty="0"/>
              <a:t>7/15/2017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1BD23-6E54-4D9D-AD88-A2813C73CC25}" type="datetimeFigureOut">
              <a:rPr lang="en-US" dirty="0"/>
              <a:t>7/15/2017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1A834-4F3C-4AF9-9C74-05EC35A0F292}" type="datetimeFigureOut">
              <a:rPr lang="en-US" dirty="0"/>
              <a:t>7/15/2017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0C674-7DFC-42FE-B9CD-82963CDB1557}" type="datetimeFigureOut">
              <a:rPr lang="en-US" dirty="0"/>
              <a:t>7/15/2017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6456F-F47D-4F25-8053-2A695DA0CA7D}" type="datetimeFigureOut">
              <a:rPr lang="en-US" dirty="0"/>
              <a:t>7/15/2017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C7379-69CC-4837-9905-BEBA22830C8A}" type="datetimeFigureOut">
              <a:rPr lang="en-US" dirty="0"/>
              <a:t>7/15/2017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B8B7E-8AEE-4F10-BFEE-C999AD004D36}" type="datetimeFigureOut">
              <a:rPr lang="en-US" dirty="0"/>
              <a:t>7/15/2017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8F3F9-58BC-440B-B37B-805B9055EF92}" type="datetimeFigureOut">
              <a:rPr lang="en-US" dirty="0"/>
              <a:t>7/15/2017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A53AF-48EA-489D-8260-9DCAB666386A}" type="datetimeFigureOut">
              <a:rPr lang="en-US" dirty="0"/>
              <a:t>7/15/2017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D02AE-B9A4-47BD-AF8E-97E16144138B}" type="datetimeFigureOut">
              <a:rPr lang="en-US" dirty="0"/>
              <a:t>7/15/2017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FD78B-DB02-4362-BCDC-98A55456977C}" type="datetimeFigureOut">
              <a:rPr lang="en-US" dirty="0"/>
              <a:t>7/15/2017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51CF1133-3259-4C45-BABA-5B62D9C6F78D}" type="datetimeFigureOut">
              <a:rPr lang="en-US" dirty="0"/>
              <a:t>7/15/2017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hyperlink" Target="http://www.google.ru/url?sa=i&amp;rct=j&amp;q=&amp;esrc=s&amp;frm=1&amp;source=images&amp;cd=&amp;cad=rja&amp;docid=0cJSjNYnkc_FpM&amp;tbnid=7APHAYe20tN_ZM:&amp;ved=0CAUQjRw&amp;url=http://svetgorod.ru/129&amp;ei=n9zeUZm6Bcel4ASTsYHwCg&amp;bvm=bv.48705608,d.bGE&amp;psig=AFQjCNHsU4Jeynr18U8P372MjtJY4ZYKBQ&amp;ust=1373646300288438" TargetMode="Externa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ыноска-облако 1"/>
          <p:cNvSpPr/>
          <p:nvPr/>
        </p:nvSpPr>
        <p:spPr>
          <a:xfrm>
            <a:off x="4251494" y="1712636"/>
            <a:ext cx="4063041" cy="1863306"/>
          </a:xfrm>
          <a:prstGeom prst="cloud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dirty="0" smtClean="0">
                <a:solidFill>
                  <a:srgbClr val="002060"/>
                </a:solidFill>
              </a:rPr>
              <a:t>Программа – это… что?</a:t>
            </a:r>
            <a:endParaRPr lang="ru-RU" sz="3600" dirty="0">
              <a:solidFill>
                <a:srgbClr val="002060"/>
              </a:solidFill>
            </a:endParaRPr>
          </a:p>
        </p:txBody>
      </p:sp>
      <p:sp>
        <p:nvSpPr>
          <p:cNvPr id="4" name="Овальная выноска 3"/>
          <p:cNvSpPr/>
          <p:nvPr/>
        </p:nvSpPr>
        <p:spPr>
          <a:xfrm>
            <a:off x="1646318" y="1961524"/>
            <a:ext cx="2432649" cy="1216324"/>
          </a:xfrm>
          <a:prstGeom prst="wedgeEllipseCallout">
            <a:avLst>
              <a:gd name="adj1" fmla="val 67110"/>
              <a:gd name="adj2" fmla="val 31922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 smtClean="0">
                <a:solidFill>
                  <a:srgbClr val="002060"/>
                </a:solidFill>
              </a:rPr>
              <a:t>…программа для компьютера</a:t>
            </a:r>
            <a:endParaRPr lang="ru-RU" sz="2000" dirty="0">
              <a:solidFill>
                <a:srgbClr val="002060"/>
              </a:solidFill>
            </a:endParaRPr>
          </a:p>
        </p:txBody>
      </p:sp>
      <p:sp>
        <p:nvSpPr>
          <p:cNvPr id="5" name="Овальная выноска 4"/>
          <p:cNvSpPr/>
          <p:nvPr/>
        </p:nvSpPr>
        <p:spPr>
          <a:xfrm>
            <a:off x="3992703" y="702067"/>
            <a:ext cx="2432649" cy="1043796"/>
          </a:xfrm>
          <a:prstGeom prst="wedgeEllipseCallout">
            <a:avLst>
              <a:gd name="adj1" fmla="val 35195"/>
              <a:gd name="adj2" fmla="val 102170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 smtClean="0">
                <a:solidFill>
                  <a:srgbClr val="002060"/>
                </a:solidFill>
              </a:rPr>
              <a:t>…программа конференции</a:t>
            </a:r>
            <a:endParaRPr lang="ru-RU" sz="2000" dirty="0">
              <a:solidFill>
                <a:srgbClr val="002060"/>
              </a:solidFill>
            </a:endParaRPr>
          </a:p>
        </p:txBody>
      </p:sp>
      <p:sp>
        <p:nvSpPr>
          <p:cNvPr id="6" name="Овальная выноска 5"/>
          <p:cNvSpPr/>
          <p:nvPr/>
        </p:nvSpPr>
        <p:spPr>
          <a:xfrm>
            <a:off x="7270739" y="589924"/>
            <a:ext cx="2432649" cy="1155939"/>
          </a:xfrm>
          <a:prstGeom prst="wedgeEllipseCallout">
            <a:avLst>
              <a:gd name="adj1" fmla="val -41755"/>
              <a:gd name="adj2" fmla="val 109608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 smtClean="0">
                <a:solidFill>
                  <a:srgbClr val="002060"/>
                </a:solidFill>
              </a:rPr>
              <a:t>…программа учебного курса</a:t>
            </a:r>
            <a:endParaRPr lang="ru-RU" sz="2000" dirty="0">
              <a:solidFill>
                <a:srgbClr val="002060"/>
              </a:solidFill>
            </a:endParaRPr>
          </a:p>
        </p:txBody>
      </p:sp>
      <p:sp>
        <p:nvSpPr>
          <p:cNvPr id="7" name="Овальная выноска 6"/>
          <p:cNvSpPr/>
          <p:nvPr/>
        </p:nvSpPr>
        <p:spPr>
          <a:xfrm>
            <a:off x="8487063" y="2289328"/>
            <a:ext cx="2432649" cy="1043796"/>
          </a:xfrm>
          <a:prstGeom prst="wedgeEllipseCallout">
            <a:avLst>
              <a:gd name="adj1" fmla="val -82181"/>
              <a:gd name="adj2" fmla="val -11880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 smtClean="0">
                <a:solidFill>
                  <a:srgbClr val="002060"/>
                </a:solidFill>
              </a:rPr>
              <a:t>…программа «Деликатная стирка»</a:t>
            </a:r>
            <a:endParaRPr lang="ru-RU" sz="2000" dirty="0">
              <a:solidFill>
                <a:srgbClr val="002060"/>
              </a:solidFill>
            </a:endParaRPr>
          </a:p>
        </p:txBody>
      </p:sp>
      <p:sp>
        <p:nvSpPr>
          <p:cNvPr id="8" name="Овальная выноска 7"/>
          <p:cNvSpPr/>
          <p:nvPr/>
        </p:nvSpPr>
        <p:spPr>
          <a:xfrm>
            <a:off x="7434640" y="3755820"/>
            <a:ext cx="2889851" cy="1224950"/>
          </a:xfrm>
          <a:prstGeom prst="wedgeEllipseCallout">
            <a:avLst>
              <a:gd name="adj1" fmla="val -62181"/>
              <a:gd name="adj2" fmla="val -82303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 smtClean="0">
                <a:solidFill>
                  <a:srgbClr val="002060"/>
                </a:solidFill>
              </a:rPr>
              <a:t>…программа партии «Единая Россия»</a:t>
            </a:r>
            <a:endParaRPr lang="ru-RU" sz="2000" dirty="0">
              <a:solidFill>
                <a:srgbClr val="002060"/>
              </a:solidFill>
            </a:endParaRPr>
          </a:p>
        </p:txBody>
      </p:sp>
      <p:sp>
        <p:nvSpPr>
          <p:cNvPr id="9" name="Овальная выноска 8"/>
          <p:cNvSpPr/>
          <p:nvPr/>
        </p:nvSpPr>
        <p:spPr>
          <a:xfrm>
            <a:off x="4583611" y="4368295"/>
            <a:ext cx="2432649" cy="1043796"/>
          </a:xfrm>
          <a:prstGeom prst="wedgeEllipseCallout">
            <a:avLst>
              <a:gd name="adj1" fmla="val 25975"/>
              <a:gd name="adj2" fmla="val -138325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 smtClean="0">
                <a:solidFill>
                  <a:srgbClr val="002060"/>
                </a:solidFill>
              </a:rPr>
              <a:t>…программа телепередач</a:t>
            </a:r>
            <a:endParaRPr lang="ru-RU" sz="2000" dirty="0">
              <a:solidFill>
                <a:srgbClr val="002060"/>
              </a:solidFill>
            </a:endParaRPr>
          </a:p>
        </p:txBody>
      </p:sp>
      <p:sp>
        <p:nvSpPr>
          <p:cNvPr id="10" name="Овальная выноска 9"/>
          <p:cNvSpPr/>
          <p:nvPr/>
        </p:nvSpPr>
        <p:spPr>
          <a:xfrm>
            <a:off x="1523392" y="3540158"/>
            <a:ext cx="2432649" cy="1216324"/>
          </a:xfrm>
          <a:prstGeom prst="wedgeEllipseCallout">
            <a:avLst>
              <a:gd name="adj1" fmla="val 85550"/>
              <a:gd name="adj2" fmla="val -60985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 smtClean="0">
                <a:solidFill>
                  <a:srgbClr val="002060"/>
                </a:solidFill>
              </a:rPr>
              <a:t>…программа для станка с ЧПУ</a:t>
            </a:r>
            <a:endParaRPr lang="ru-RU" sz="2000" dirty="0">
              <a:solidFill>
                <a:srgbClr val="002060"/>
              </a:solidFill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-32683" y="5687458"/>
            <a:ext cx="12296763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4800" b="1" cap="none" spc="0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Программа – последовательность действий </a:t>
            </a:r>
            <a:endParaRPr lang="ru-RU" sz="4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958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0"/>
                            </p:stCondLst>
                            <p:childTnLst>
                              <p:par>
                                <p:cTn id="3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000"/>
                            </p:stCondLst>
                            <p:childTnLst>
                              <p:par>
                                <p:cTn id="4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нутый угол 1"/>
          <p:cNvSpPr/>
          <p:nvPr/>
        </p:nvSpPr>
        <p:spPr>
          <a:xfrm>
            <a:off x="419100" y="990601"/>
            <a:ext cx="4229100" cy="5143500"/>
          </a:xfrm>
          <a:prstGeom prst="foldedCorner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endParaRPr lang="ru-RU" sz="2000" dirty="0" smtClean="0"/>
          </a:p>
          <a:p>
            <a:pPr marL="342900" indent="-342900">
              <a:buAutoNum type="arabicPeriod"/>
            </a:pPr>
            <a:endParaRPr lang="ru-RU" sz="2000" dirty="0" smtClean="0"/>
          </a:p>
          <a:p>
            <a:pPr marL="342900" indent="-342900">
              <a:buAutoNum type="arabicPeriod"/>
            </a:pPr>
            <a:r>
              <a:rPr lang="ru-RU" sz="2000" dirty="0" smtClean="0"/>
              <a:t>Почесать левое ухо.</a:t>
            </a:r>
          </a:p>
          <a:p>
            <a:pPr marL="342900" indent="-342900">
              <a:buAutoNum type="arabicPeriod"/>
            </a:pPr>
            <a:r>
              <a:rPr lang="ru-RU" sz="2000" dirty="0" smtClean="0"/>
              <a:t>Сказать «Ку-ку!»</a:t>
            </a:r>
          </a:p>
          <a:p>
            <a:pPr marL="342900" indent="-342900">
              <a:buAutoNum type="arabicPeriod"/>
            </a:pPr>
            <a:r>
              <a:rPr lang="ru-RU" sz="2000" dirty="0" smtClean="0"/>
              <a:t>Встать со стула.</a:t>
            </a:r>
          </a:p>
          <a:p>
            <a:pPr marL="342900" indent="-342900">
              <a:buAutoNum type="arabicPeriod"/>
            </a:pPr>
            <a:r>
              <a:rPr lang="ru-RU" sz="2000" dirty="0" smtClean="0"/>
              <a:t>Перевернуть стол ножками кверху.</a:t>
            </a:r>
          </a:p>
          <a:p>
            <a:pPr marL="342900" indent="-342900">
              <a:buAutoNum type="arabicPeriod"/>
            </a:pPr>
            <a:r>
              <a:rPr lang="ru-RU" sz="2000" dirty="0" smtClean="0"/>
              <a:t>Подойти к окну и посмотреть на небо.</a:t>
            </a:r>
          </a:p>
          <a:p>
            <a:pPr marL="342900" indent="-342900">
              <a:buAutoNum type="arabicPeriod"/>
            </a:pPr>
            <a:r>
              <a:rPr lang="ru-RU" sz="2000" dirty="0" smtClean="0"/>
              <a:t>Почесать правое ухо.</a:t>
            </a:r>
          </a:p>
          <a:p>
            <a:pPr marL="342900" indent="-342900">
              <a:buAutoNum type="arabicPeriod"/>
            </a:pPr>
            <a:r>
              <a:rPr lang="ru-RU" sz="2000" dirty="0" smtClean="0"/>
              <a:t>Достать то, что лежит в левом кармане, и переложить в правый карман.</a:t>
            </a:r>
          </a:p>
          <a:p>
            <a:pPr marL="342900" indent="-342900">
              <a:buAutoNum type="arabicPeriod"/>
            </a:pPr>
            <a:r>
              <a:rPr lang="ru-RU" sz="2000" dirty="0" smtClean="0"/>
              <a:t>100 раз сказать «Зенит-чемпион!»</a:t>
            </a:r>
          </a:p>
          <a:p>
            <a:pPr marL="342900" indent="-342900">
              <a:buAutoNum type="arabicPeriod"/>
            </a:pPr>
            <a:r>
              <a:rPr lang="ru-RU" sz="2000" dirty="0" smtClean="0"/>
              <a:t>Почесать левую пятку.</a:t>
            </a:r>
          </a:p>
          <a:p>
            <a:pPr marL="342900" indent="-342900">
              <a:buAutoNum type="arabicPeriod"/>
            </a:pPr>
            <a:r>
              <a:rPr lang="ru-RU" sz="2000" dirty="0" smtClean="0"/>
              <a:t>Вернуться к своему месту.</a:t>
            </a:r>
          </a:p>
          <a:p>
            <a:pPr marL="342900" indent="-342900">
              <a:buAutoNum type="arabicPeriod"/>
            </a:pPr>
            <a:r>
              <a:rPr lang="ru-RU" sz="2000" dirty="0" smtClean="0"/>
              <a:t>…</a:t>
            </a:r>
            <a:endParaRPr lang="ru-RU" sz="2000" dirty="0"/>
          </a:p>
        </p:txBody>
      </p:sp>
      <p:sp>
        <p:nvSpPr>
          <p:cNvPr id="3" name="Выноска-облако 2"/>
          <p:cNvSpPr/>
          <p:nvPr/>
        </p:nvSpPr>
        <p:spPr>
          <a:xfrm>
            <a:off x="6467475" y="314326"/>
            <a:ext cx="4686300" cy="1885949"/>
          </a:xfrm>
          <a:prstGeom prst="cloudCallout">
            <a:avLst>
              <a:gd name="adj1" fmla="val -95020"/>
              <a:gd name="adj2" fmla="val 2361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 smtClean="0"/>
              <a:t>Это – программа?</a:t>
            </a:r>
            <a:endParaRPr lang="ru-RU" sz="2400" dirty="0"/>
          </a:p>
        </p:txBody>
      </p:sp>
      <p:sp>
        <p:nvSpPr>
          <p:cNvPr id="4" name="Выноска-облако 3"/>
          <p:cNvSpPr/>
          <p:nvPr/>
        </p:nvSpPr>
        <p:spPr>
          <a:xfrm>
            <a:off x="5210175" y="2305051"/>
            <a:ext cx="4686300" cy="1885949"/>
          </a:xfrm>
          <a:prstGeom prst="cloudCallout">
            <a:avLst>
              <a:gd name="adj1" fmla="val -68597"/>
              <a:gd name="adj2" fmla="val 1856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 smtClean="0"/>
              <a:t>А чего не хватает, чтобы это стало программой?</a:t>
            </a:r>
            <a:endParaRPr lang="ru-RU" sz="2400" dirty="0"/>
          </a:p>
        </p:txBody>
      </p:sp>
      <p:sp>
        <p:nvSpPr>
          <p:cNvPr id="5" name="Выноска-облако 4"/>
          <p:cNvSpPr/>
          <p:nvPr/>
        </p:nvSpPr>
        <p:spPr>
          <a:xfrm>
            <a:off x="6286500" y="4067176"/>
            <a:ext cx="5638800" cy="2438399"/>
          </a:xfrm>
          <a:prstGeom prst="cloudCallout">
            <a:avLst>
              <a:gd name="adj1" fmla="val -68597"/>
              <a:gd name="adj2" fmla="val 1856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 smtClean="0"/>
              <a:t>Если  программа должна приводить к достижению какой-то цели – какая цель у компьютерной программы?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692411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22871" y="2540337"/>
            <a:ext cx="9144000" cy="1641490"/>
          </a:xfrm>
        </p:spPr>
        <p:txBody>
          <a:bodyPr>
            <a:normAutofit fontScale="90000"/>
          </a:bodyPr>
          <a:lstStyle/>
          <a:p>
            <a:pPr algn="l"/>
            <a:r>
              <a:rPr lang="ru-RU" dirty="0" smtClean="0"/>
              <a:t>Программа – </a:t>
            </a:r>
            <a:br>
              <a:rPr lang="ru-RU" dirty="0" smtClean="0"/>
            </a:br>
            <a:r>
              <a:rPr lang="ru-RU" dirty="0" smtClean="0"/>
              <a:t>информационная</a:t>
            </a:r>
            <a:br>
              <a:rPr lang="ru-RU" dirty="0" smtClean="0"/>
            </a:br>
            <a:r>
              <a:rPr lang="ru-RU" dirty="0" smtClean="0"/>
              <a:t>модель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713683" y="300946"/>
            <a:ext cx="9144000" cy="1378629"/>
          </a:xfrm>
        </p:spPr>
        <p:txBody>
          <a:bodyPr>
            <a:normAutofit/>
          </a:bodyPr>
          <a:lstStyle/>
          <a:p>
            <a:r>
              <a:rPr lang="ru-RU" dirty="0" smtClean="0"/>
              <a:t>Начала алгоритмизации и программирования</a:t>
            </a:r>
            <a:br>
              <a:rPr lang="ru-RU" dirty="0" smtClean="0"/>
            </a:br>
            <a:r>
              <a:rPr lang="ru-RU" dirty="0" smtClean="0"/>
              <a:t>Занятие 1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17217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6750" y="733425"/>
            <a:ext cx="10972800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На этом занятии:</a:t>
            </a:r>
            <a:br>
              <a:rPr lang="ru-RU" sz="3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</a:br>
            <a:endParaRPr lang="ru-RU" sz="3200" b="1" dirty="0" smtClean="0">
              <a:solidFill>
                <a:schemeClr val="accent5">
                  <a:lumMod val="60000"/>
                  <a:lumOff val="40000"/>
                </a:schemeClr>
              </a:solidFill>
            </a:endParaRPr>
          </a:p>
          <a:p>
            <a:pPr marL="342900" indent="-342900">
              <a:spcAft>
                <a:spcPts val="1200"/>
              </a:spcAft>
              <a:buAutoNum type="arabicPeriod"/>
            </a:pPr>
            <a:r>
              <a:rPr lang="ru-RU" sz="3200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Разберёмся с понятиями «модель», «объект», «система».</a:t>
            </a:r>
          </a:p>
          <a:p>
            <a:pPr marL="342900" indent="-342900">
              <a:spcAft>
                <a:spcPts val="1200"/>
              </a:spcAft>
              <a:buAutoNum type="arabicPeriod"/>
            </a:pPr>
            <a:r>
              <a:rPr lang="ru-RU" sz="3200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Поработаем с различными информационными моделями.</a:t>
            </a:r>
          </a:p>
          <a:p>
            <a:pPr marL="342900" indent="-342900">
              <a:spcAft>
                <a:spcPts val="1200"/>
              </a:spcAft>
              <a:buAutoNum type="arabicPeriod"/>
            </a:pPr>
            <a:r>
              <a:rPr lang="ru-RU" sz="3200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Создадим кое-какие собственные информационные модели.</a:t>
            </a:r>
          </a:p>
          <a:p>
            <a:pPr marL="342900" indent="-342900">
              <a:spcAft>
                <a:spcPts val="1200"/>
              </a:spcAft>
              <a:buAutoNum type="arabicPeriod"/>
            </a:pPr>
            <a:r>
              <a:rPr lang="ru-RU" sz="3200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Выясним, что такое «информационный процесс», встретимся с понятиями «данные» и «алгоритм», чтобы полюбить их всерьёз и надолго.</a:t>
            </a:r>
            <a:endParaRPr lang="ru-RU" sz="32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7856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00100" y="533400"/>
            <a:ext cx="69151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 smtClean="0"/>
              <a:t>Модель – это…</a:t>
            </a:r>
            <a:endParaRPr lang="ru-RU" sz="3600" b="1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212" y="1362075"/>
            <a:ext cx="11077575" cy="5105400"/>
          </a:xfrm>
          <a:prstGeom prst="rect">
            <a:avLst/>
          </a:prstGeom>
        </p:spPr>
      </p:pic>
      <p:sp>
        <p:nvSpPr>
          <p:cNvPr id="4" name="Выноска-облако 3"/>
          <p:cNvSpPr/>
          <p:nvPr/>
        </p:nvSpPr>
        <p:spPr>
          <a:xfrm>
            <a:off x="6591300" y="2343151"/>
            <a:ext cx="4686300" cy="1885949"/>
          </a:xfrm>
          <a:prstGeom prst="cloudCallout">
            <a:avLst>
              <a:gd name="adj1" fmla="val -85061"/>
              <a:gd name="adj2" fmla="val 4886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 smtClean="0"/>
              <a:t>Что-то тут не то…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4265298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00100" y="533400"/>
            <a:ext cx="69151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 smtClean="0"/>
              <a:t>Модель – это…</a:t>
            </a:r>
            <a:endParaRPr lang="ru-RU" sz="3600" b="1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254" y="1343025"/>
            <a:ext cx="11902921" cy="2540189"/>
          </a:xfrm>
          <a:prstGeom prst="rect">
            <a:avLst/>
          </a:prstGeom>
        </p:spPr>
      </p:pic>
      <p:sp>
        <p:nvSpPr>
          <p:cNvPr id="4" name="Выноска-облако 3"/>
          <p:cNvSpPr/>
          <p:nvPr/>
        </p:nvSpPr>
        <p:spPr>
          <a:xfrm>
            <a:off x="3571875" y="4248151"/>
            <a:ext cx="6981825" cy="2333624"/>
          </a:xfrm>
          <a:prstGeom prst="cloudCallout">
            <a:avLst>
              <a:gd name="adj1" fmla="val -39550"/>
              <a:gd name="adj2" fmla="val -7537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 smtClean="0"/>
              <a:t>А вот это уже ближе, и даже подходит к компьютерной программе.</a:t>
            </a:r>
            <a:br>
              <a:rPr lang="ru-RU" sz="2400" dirty="0" smtClean="0"/>
            </a:br>
            <a:r>
              <a:rPr lang="ru-RU" sz="2400" dirty="0" smtClean="0"/>
              <a:t>Но заумно.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433414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85950" y="571500"/>
            <a:ext cx="8782050" cy="175432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sz="3600" u="sng" dirty="0" smtClean="0"/>
              <a:t>Модель</a:t>
            </a:r>
            <a:r>
              <a:rPr lang="ru-RU" sz="3600" dirty="0" smtClean="0"/>
              <a:t> – это образ объекта, </a:t>
            </a:r>
            <a:br>
              <a:rPr lang="ru-RU" sz="3600" dirty="0" smtClean="0"/>
            </a:br>
            <a:r>
              <a:rPr lang="ru-RU" sz="3600" dirty="0" smtClean="0"/>
              <a:t>отражающий его существенные свойства </a:t>
            </a:r>
            <a:br>
              <a:rPr lang="ru-RU" sz="3600" dirty="0" smtClean="0"/>
            </a:br>
            <a:r>
              <a:rPr lang="ru-RU" sz="3600" dirty="0" smtClean="0"/>
              <a:t>и служащий для принятия решений.</a:t>
            </a:r>
            <a:endParaRPr lang="ru-RU" sz="36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212" y="3043237"/>
            <a:ext cx="2466975" cy="2638425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8088" y="3043237"/>
            <a:ext cx="3529012" cy="2672532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7200" y="3043237"/>
            <a:ext cx="2155268" cy="2672532"/>
          </a:xfrm>
          <a:prstGeom prst="rect">
            <a:avLst/>
          </a:prstGeom>
        </p:spPr>
      </p:pic>
      <p:sp>
        <p:nvSpPr>
          <p:cNvPr id="7" name="Овальная выноска 6"/>
          <p:cNvSpPr/>
          <p:nvPr/>
        </p:nvSpPr>
        <p:spPr>
          <a:xfrm>
            <a:off x="9753600" y="3409950"/>
            <a:ext cx="2028825" cy="1047750"/>
          </a:xfrm>
          <a:prstGeom prst="wedgeEllipseCallout">
            <a:avLst>
              <a:gd name="adj1" fmla="val -66091"/>
              <a:gd name="adj2" fmla="val 5227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 </a:t>
            </a:r>
            <a:r>
              <a:rPr lang="ru-RU" sz="2400" b="1" dirty="0" smtClean="0"/>
              <a:t>- В ВДВ!</a:t>
            </a:r>
            <a:endParaRPr lang="ru-RU" sz="24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1185862" y="5886450"/>
            <a:ext cx="18383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 smtClean="0"/>
              <a:t>Объект</a:t>
            </a:r>
            <a:endParaRPr lang="ru-RU" sz="3200" dirty="0"/>
          </a:p>
        </p:txBody>
      </p:sp>
      <p:sp>
        <p:nvSpPr>
          <p:cNvPr id="9" name="TextBox 8"/>
          <p:cNvSpPr txBox="1"/>
          <p:nvPr/>
        </p:nvSpPr>
        <p:spPr>
          <a:xfrm>
            <a:off x="4805362" y="5886450"/>
            <a:ext cx="18383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 smtClean="0"/>
              <a:t>Модель</a:t>
            </a:r>
            <a:endParaRPr lang="ru-RU" sz="3200" dirty="0"/>
          </a:p>
        </p:txBody>
      </p:sp>
      <p:sp>
        <p:nvSpPr>
          <p:cNvPr id="10" name="TextBox 9"/>
          <p:cNvSpPr txBox="1"/>
          <p:nvPr/>
        </p:nvSpPr>
        <p:spPr>
          <a:xfrm>
            <a:off x="7886700" y="5886450"/>
            <a:ext cx="38957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 smtClean="0"/>
              <a:t>Принятие решения</a:t>
            </a:r>
            <a:endParaRPr lang="ru-RU" sz="3200" dirty="0"/>
          </a:p>
        </p:txBody>
      </p:sp>
      <p:grpSp>
        <p:nvGrpSpPr>
          <p:cNvPr id="11" name="Группа 10"/>
          <p:cNvGrpSpPr/>
          <p:nvPr/>
        </p:nvGrpSpPr>
        <p:grpSpPr>
          <a:xfrm rot="13032297">
            <a:off x="10175997" y="353948"/>
            <a:ext cx="576064" cy="576064"/>
            <a:chOff x="2699792" y="3140968"/>
            <a:chExt cx="576064" cy="576064"/>
          </a:xfrm>
        </p:grpSpPr>
        <p:sp>
          <p:nvSpPr>
            <p:cNvPr id="12" name="Овал 11"/>
            <p:cNvSpPr/>
            <p:nvPr/>
          </p:nvSpPr>
          <p:spPr>
            <a:xfrm>
              <a:off x="2699792" y="3140968"/>
              <a:ext cx="576064" cy="576064"/>
            </a:xfrm>
            <a:prstGeom prst="ellipse">
              <a:avLst/>
            </a:prstGeom>
            <a:noFill/>
            <a:ln w="53975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" name="Равнобедренный треугольник 12"/>
            <p:cNvSpPr/>
            <p:nvPr/>
          </p:nvSpPr>
          <p:spPr>
            <a:xfrm>
              <a:off x="2901637" y="3212976"/>
              <a:ext cx="144016" cy="216024"/>
            </a:xfrm>
            <a:prstGeom prst="triangl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2301615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91122" y="502418"/>
            <a:ext cx="77048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3600" b="1"/>
            </a:lvl1pPr>
          </a:lstStyle>
          <a:p>
            <a:r>
              <a:rPr lang="ru-RU" dirty="0"/>
              <a:t>Виды моделей</a:t>
            </a:r>
            <a:endParaRPr lang="ru-RU" dirty="0"/>
          </a:p>
        </p:txBody>
      </p:sp>
      <p:graphicFrame>
        <p:nvGraphicFramePr>
          <p:cNvPr id="3" name="Схема 2"/>
          <p:cNvGraphicFramePr/>
          <p:nvPr>
            <p:extLst>
              <p:ext uri="{D42A27DB-BD31-4B8C-83A1-F6EECF244321}">
                <p14:modId xmlns:p14="http://schemas.microsoft.com/office/powerpoint/2010/main" val="1443715320"/>
              </p:ext>
            </p:extLst>
          </p:nvPr>
        </p:nvGraphicFramePr>
        <p:xfrm>
          <a:off x="614920" y="1548165"/>
          <a:ext cx="10944476" cy="34637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Овальная выноска 3"/>
          <p:cNvSpPr/>
          <p:nvPr/>
        </p:nvSpPr>
        <p:spPr>
          <a:xfrm>
            <a:off x="672860" y="5236234"/>
            <a:ext cx="3925019" cy="1535502"/>
          </a:xfrm>
          <a:prstGeom prst="wedgeEllipseCallout">
            <a:avLst>
              <a:gd name="adj1" fmla="val -57675"/>
              <a:gd name="adj2" fmla="val -56508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 smtClean="0">
                <a:solidFill>
                  <a:schemeClr val="tx1"/>
                </a:solidFill>
              </a:rPr>
              <a:t>А в каких формах может быть представлена информация?</a:t>
            </a:r>
            <a:endParaRPr lang="ru-RU" sz="2400" dirty="0">
              <a:solidFill>
                <a:schemeClr val="tx1"/>
              </a:solidFill>
            </a:endParaRPr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4843550" y="5417389"/>
            <a:ext cx="1958196" cy="86264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 smtClean="0">
                <a:solidFill>
                  <a:schemeClr val="bg2"/>
                </a:solidFill>
              </a:rPr>
              <a:t>Числовые</a:t>
            </a:r>
            <a:endParaRPr lang="ru-RU" sz="2400" dirty="0">
              <a:solidFill>
                <a:schemeClr val="bg2"/>
              </a:solidFill>
            </a:endParaRPr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6892504" y="5417389"/>
            <a:ext cx="2035835" cy="86264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 smtClean="0">
                <a:solidFill>
                  <a:schemeClr val="bg2"/>
                </a:solidFill>
              </a:rPr>
              <a:t>Графические</a:t>
            </a:r>
            <a:endParaRPr lang="ru-RU" sz="2400" dirty="0">
              <a:solidFill>
                <a:schemeClr val="bg2"/>
              </a:solidFill>
            </a:endParaRPr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9018735" y="5417389"/>
            <a:ext cx="1958196" cy="86264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 smtClean="0">
                <a:solidFill>
                  <a:schemeClr val="bg2"/>
                </a:solidFill>
              </a:rPr>
              <a:t>Вербальные</a:t>
            </a:r>
            <a:endParaRPr lang="ru-RU" sz="24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4502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91122" y="502418"/>
            <a:ext cx="77048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3600" b="1"/>
            </a:lvl1pPr>
          </a:lstStyle>
          <a:p>
            <a:r>
              <a:rPr lang="ru-RU" dirty="0" smtClean="0"/>
              <a:t>Примеры </a:t>
            </a:r>
            <a:r>
              <a:rPr lang="ru-RU" dirty="0"/>
              <a:t>моделей</a:t>
            </a:r>
            <a:endParaRPr lang="ru-RU" dirty="0"/>
          </a:p>
        </p:txBody>
      </p:sp>
      <p:sp>
        <p:nvSpPr>
          <p:cNvPr id="3" name="Овал 2"/>
          <p:cNvSpPr/>
          <p:nvPr/>
        </p:nvSpPr>
        <p:spPr>
          <a:xfrm>
            <a:off x="991122" y="2087592"/>
            <a:ext cx="3563625" cy="2820838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 smtClean="0">
                <a:solidFill>
                  <a:schemeClr val="bg2"/>
                </a:solidFill>
              </a:rPr>
              <a:t>А примеры вы сами придумаете.</a:t>
            </a:r>
          </a:p>
          <a:p>
            <a:pPr algn="ctr"/>
            <a:r>
              <a:rPr lang="ru-RU" sz="2400" dirty="0" smtClean="0">
                <a:solidFill>
                  <a:schemeClr val="bg2"/>
                </a:solidFill>
              </a:rPr>
              <a:t>Моделируемый объект – ВЫ.</a:t>
            </a:r>
            <a:endParaRPr lang="ru-RU" sz="2400" dirty="0">
              <a:solidFill>
                <a:schemeClr val="bg2"/>
              </a:solidFill>
            </a:endParaRPr>
          </a:p>
        </p:txBody>
      </p:sp>
      <p:sp>
        <p:nvSpPr>
          <p:cNvPr id="5" name="Пятиугольник 4"/>
          <p:cNvSpPr/>
          <p:nvPr/>
        </p:nvSpPr>
        <p:spPr>
          <a:xfrm>
            <a:off x="5822830" y="1760506"/>
            <a:ext cx="2501661" cy="897147"/>
          </a:xfrm>
          <a:prstGeom prst="homePlat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400" dirty="0" smtClean="0"/>
              <a:t>Графическая</a:t>
            </a:r>
            <a:endParaRPr lang="ru-RU" sz="2400" dirty="0"/>
          </a:p>
        </p:txBody>
      </p:sp>
      <p:sp>
        <p:nvSpPr>
          <p:cNvPr id="6" name="Пятиугольник 5"/>
          <p:cNvSpPr/>
          <p:nvPr/>
        </p:nvSpPr>
        <p:spPr>
          <a:xfrm>
            <a:off x="5805577" y="3149359"/>
            <a:ext cx="2501661" cy="897147"/>
          </a:xfrm>
          <a:prstGeom prst="homePlat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400" dirty="0" smtClean="0"/>
              <a:t>Вербальная</a:t>
            </a:r>
            <a:endParaRPr lang="ru-RU" sz="2400" dirty="0"/>
          </a:p>
        </p:txBody>
      </p:sp>
      <p:sp>
        <p:nvSpPr>
          <p:cNvPr id="7" name="Пятиугольник 6"/>
          <p:cNvSpPr/>
          <p:nvPr/>
        </p:nvSpPr>
        <p:spPr>
          <a:xfrm>
            <a:off x="5822830" y="4520959"/>
            <a:ext cx="2501661" cy="897147"/>
          </a:xfrm>
          <a:prstGeom prst="homePlat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400" dirty="0" smtClean="0"/>
              <a:t>Числовая</a:t>
            </a:r>
            <a:endParaRPr lang="ru-RU" sz="2400" dirty="0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3283" y="2493751"/>
            <a:ext cx="2337409" cy="2414679"/>
          </a:xfrm>
          <a:prstGeom prst="rect">
            <a:avLst/>
          </a:prstGeom>
        </p:spPr>
      </p:pic>
      <p:sp>
        <p:nvSpPr>
          <p:cNvPr id="10" name="Стрелка вправо с вырезом 9"/>
          <p:cNvSpPr/>
          <p:nvPr/>
        </p:nvSpPr>
        <p:spPr>
          <a:xfrm>
            <a:off x="6547449" y="5710687"/>
            <a:ext cx="5149874" cy="923027"/>
          </a:xfrm>
          <a:prstGeom prst="notchedRightArrow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 smtClean="0">
                <a:solidFill>
                  <a:schemeClr val="bg2"/>
                </a:solidFill>
              </a:rPr>
              <a:t>Делаем тест и задания</a:t>
            </a:r>
            <a:endParaRPr lang="ru-RU" b="1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9423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91122" y="502418"/>
            <a:ext cx="95676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3600" b="1"/>
            </a:lvl1pPr>
          </a:lstStyle>
          <a:p>
            <a:r>
              <a:rPr lang="ru-RU" dirty="0" smtClean="0"/>
              <a:t>Простые и сложные объекты. Система.</a:t>
            </a: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289" y="1374564"/>
            <a:ext cx="2583244" cy="1923692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289" y="3662092"/>
            <a:ext cx="2583244" cy="1916601"/>
          </a:xfrm>
          <a:prstGeom prst="rect">
            <a:avLst/>
          </a:prstGeom>
        </p:spPr>
      </p:pic>
      <p:sp>
        <p:nvSpPr>
          <p:cNvPr id="5" name="Нашивка 4"/>
          <p:cNvSpPr/>
          <p:nvPr/>
        </p:nvSpPr>
        <p:spPr>
          <a:xfrm>
            <a:off x="3899141" y="1374564"/>
            <a:ext cx="3881886" cy="1923692"/>
          </a:xfrm>
          <a:prstGeom prst="chevron">
            <a:avLst>
              <a:gd name="adj" fmla="val 2713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 smtClean="0">
                <a:solidFill>
                  <a:schemeClr val="tx1"/>
                </a:solidFill>
              </a:rPr>
              <a:t>Объект: гиря.</a:t>
            </a:r>
            <a:br>
              <a:rPr lang="ru-RU" sz="2000" dirty="0" smtClean="0">
                <a:solidFill>
                  <a:schemeClr val="tx1"/>
                </a:solidFill>
              </a:rPr>
            </a:br>
            <a:r>
              <a:rPr lang="ru-RU" sz="2000" dirty="0" smtClean="0">
                <a:solidFill>
                  <a:schemeClr val="tx1"/>
                </a:solidFill>
              </a:rPr>
              <a:t>Свойство: вес.</a:t>
            </a:r>
            <a:br>
              <a:rPr lang="ru-RU" sz="2000" dirty="0" smtClean="0">
                <a:solidFill>
                  <a:schemeClr val="tx1"/>
                </a:solidFill>
              </a:rPr>
            </a:br>
            <a:endParaRPr lang="ru-RU" sz="2000" dirty="0">
              <a:solidFill>
                <a:schemeClr val="tx1"/>
              </a:solidFill>
            </a:endParaRPr>
          </a:p>
        </p:txBody>
      </p:sp>
      <p:sp>
        <p:nvSpPr>
          <p:cNvPr id="6" name="Нашивка 5"/>
          <p:cNvSpPr/>
          <p:nvPr/>
        </p:nvSpPr>
        <p:spPr>
          <a:xfrm>
            <a:off x="3985404" y="3655001"/>
            <a:ext cx="3881886" cy="1923692"/>
          </a:xfrm>
          <a:prstGeom prst="chevron">
            <a:avLst>
              <a:gd name="adj" fmla="val 2713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 smtClean="0">
                <a:solidFill>
                  <a:schemeClr val="tx1"/>
                </a:solidFill>
              </a:rPr>
              <a:t>Объект: болт (гайка).</a:t>
            </a:r>
            <a:br>
              <a:rPr lang="ru-RU" sz="2000" dirty="0" smtClean="0">
                <a:solidFill>
                  <a:schemeClr val="tx1"/>
                </a:solidFill>
              </a:rPr>
            </a:br>
            <a:r>
              <a:rPr lang="ru-RU" sz="2000" dirty="0" smtClean="0">
                <a:solidFill>
                  <a:schemeClr val="tx1"/>
                </a:solidFill>
              </a:rPr>
              <a:t>Свойство: вес.</a:t>
            </a:r>
            <a:br>
              <a:rPr lang="ru-RU" sz="2000" dirty="0" smtClean="0">
                <a:solidFill>
                  <a:schemeClr val="tx1"/>
                </a:solidFill>
              </a:rPr>
            </a:br>
            <a:endParaRPr lang="ru-RU" sz="2000" dirty="0">
              <a:solidFill>
                <a:schemeClr val="tx1"/>
              </a:solidFill>
            </a:endParaRPr>
          </a:p>
        </p:txBody>
      </p:sp>
      <p:sp>
        <p:nvSpPr>
          <p:cNvPr id="7" name="Нашивка 6"/>
          <p:cNvSpPr/>
          <p:nvPr/>
        </p:nvSpPr>
        <p:spPr>
          <a:xfrm>
            <a:off x="7755148" y="1374564"/>
            <a:ext cx="3881886" cy="1923692"/>
          </a:xfrm>
          <a:prstGeom prst="chevron">
            <a:avLst>
              <a:gd name="adj" fmla="val 2713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 smtClean="0">
                <a:solidFill>
                  <a:schemeClr val="tx1"/>
                </a:solidFill>
              </a:rPr>
              <a:t>Объект: набор гирь.</a:t>
            </a:r>
            <a:br>
              <a:rPr lang="ru-RU" sz="2000" dirty="0" smtClean="0">
                <a:solidFill>
                  <a:schemeClr val="tx1"/>
                </a:solidFill>
              </a:rPr>
            </a:br>
            <a:r>
              <a:rPr lang="ru-RU" sz="2000" dirty="0" smtClean="0">
                <a:solidFill>
                  <a:schemeClr val="tx1"/>
                </a:solidFill>
              </a:rPr>
              <a:t>Свойство: вес.</a:t>
            </a:r>
            <a:br>
              <a:rPr lang="ru-RU" sz="2000" dirty="0" smtClean="0">
                <a:solidFill>
                  <a:schemeClr val="tx1"/>
                </a:solidFill>
              </a:rPr>
            </a:br>
            <a:endParaRPr lang="ru-RU" sz="2000" dirty="0">
              <a:solidFill>
                <a:schemeClr val="tx1"/>
              </a:solidFill>
            </a:endParaRPr>
          </a:p>
        </p:txBody>
      </p:sp>
      <p:sp>
        <p:nvSpPr>
          <p:cNvPr id="8" name="Нашивка 7"/>
          <p:cNvSpPr/>
          <p:nvPr/>
        </p:nvSpPr>
        <p:spPr>
          <a:xfrm>
            <a:off x="7781026" y="3655001"/>
            <a:ext cx="3881886" cy="1923692"/>
          </a:xfrm>
          <a:prstGeom prst="chevron">
            <a:avLst>
              <a:gd name="adj" fmla="val 2713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 smtClean="0">
                <a:solidFill>
                  <a:schemeClr val="tx1"/>
                </a:solidFill>
              </a:rPr>
              <a:t>Объект: болт и гайка.</a:t>
            </a:r>
            <a:br>
              <a:rPr lang="ru-RU" sz="2000" dirty="0" smtClean="0">
                <a:solidFill>
                  <a:schemeClr val="tx1"/>
                </a:solidFill>
              </a:rPr>
            </a:br>
            <a:r>
              <a:rPr lang="ru-RU" sz="2000" dirty="0" smtClean="0">
                <a:solidFill>
                  <a:schemeClr val="tx1"/>
                </a:solidFill>
              </a:rPr>
              <a:t>Свойство: пригодность для соединения деталей</a:t>
            </a:r>
            <a:endParaRPr lang="ru-RU" sz="2000" dirty="0">
              <a:solidFill>
                <a:schemeClr val="tx1"/>
              </a:solidFill>
            </a:endParaRPr>
          </a:p>
        </p:txBody>
      </p:sp>
      <p:sp>
        <p:nvSpPr>
          <p:cNvPr id="9" name="Овальная выноска 8"/>
          <p:cNvSpPr/>
          <p:nvPr/>
        </p:nvSpPr>
        <p:spPr>
          <a:xfrm>
            <a:off x="5572664" y="5486400"/>
            <a:ext cx="4899804" cy="1104181"/>
          </a:xfrm>
          <a:prstGeom prst="wedgeEllipseCallout">
            <a:avLst>
              <a:gd name="adj1" fmla="val 20364"/>
              <a:gd name="adj2" fmla="val -97656"/>
            </a:avLst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b="1" dirty="0" smtClean="0">
                <a:solidFill>
                  <a:schemeClr val="bg2"/>
                </a:solidFill>
              </a:rPr>
              <a:t>Это свойство не является суммой свойств составных частей!</a:t>
            </a:r>
            <a:endParaRPr lang="ru-RU" sz="2000" b="1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5779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041349" y="822672"/>
            <a:ext cx="8835896" cy="2308324"/>
          </a:xfrm>
          <a:prstGeom prst="rect">
            <a:avLst/>
          </a:prstGeom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ru-RU" sz="3600" b="1" u="sng" dirty="0"/>
              <a:t>Система</a:t>
            </a:r>
            <a:r>
              <a:rPr lang="ru-RU" sz="3600" dirty="0"/>
              <a:t> – совокупность элементов, взаимодействующих друг с другом  и таким образом являющихся единым целым с общей целью функционирования.</a:t>
            </a:r>
          </a:p>
        </p:txBody>
      </p:sp>
      <p:grpSp>
        <p:nvGrpSpPr>
          <p:cNvPr id="4" name="Группа 3"/>
          <p:cNvGrpSpPr/>
          <p:nvPr/>
        </p:nvGrpSpPr>
        <p:grpSpPr>
          <a:xfrm rot="13032297">
            <a:off x="9460005" y="595487"/>
            <a:ext cx="576064" cy="576064"/>
            <a:chOff x="2699792" y="3140968"/>
            <a:chExt cx="576064" cy="576064"/>
          </a:xfrm>
        </p:grpSpPr>
        <p:sp>
          <p:nvSpPr>
            <p:cNvPr id="5" name="Овал 4"/>
            <p:cNvSpPr/>
            <p:nvPr/>
          </p:nvSpPr>
          <p:spPr>
            <a:xfrm>
              <a:off x="2699792" y="3140968"/>
              <a:ext cx="576064" cy="576064"/>
            </a:xfrm>
            <a:prstGeom prst="ellipse">
              <a:avLst/>
            </a:prstGeom>
            <a:noFill/>
            <a:ln w="53975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Равнобедренный треугольник 5"/>
            <p:cNvSpPr/>
            <p:nvPr/>
          </p:nvSpPr>
          <p:spPr>
            <a:xfrm>
              <a:off x="2901637" y="3212976"/>
              <a:ext cx="144016" cy="216024"/>
            </a:xfrm>
            <a:prstGeom prst="triangl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9" name="Овальная выноска 8"/>
          <p:cNvSpPr/>
          <p:nvPr/>
        </p:nvSpPr>
        <p:spPr>
          <a:xfrm>
            <a:off x="1147313" y="3769743"/>
            <a:ext cx="5796951" cy="2122098"/>
          </a:xfrm>
          <a:prstGeom prst="wedgeEllipseCallout">
            <a:avLst>
              <a:gd name="adj1" fmla="val -56547"/>
              <a:gd name="adj2" fmla="val 51524"/>
            </a:avLst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bg2"/>
                </a:solidFill>
              </a:rPr>
              <a:t>Главный признак системы: свойства системы  не равны сумме свойств элементов. </a:t>
            </a:r>
          </a:p>
        </p:txBody>
      </p:sp>
      <p:sp>
        <p:nvSpPr>
          <p:cNvPr id="10" name="Стрелка влево 9"/>
          <p:cNvSpPr/>
          <p:nvPr/>
        </p:nvSpPr>
        <p:spPr>
          <a:xfrm>
            <a:off x="6469811" y="4214003"/>
            <a:ext cx="4779033" cy="1233577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Принцип </a:t>
            </a:r>
            <a:r>
              <a:rPr lang="ru-RU" sz="2400" b="1" dirty="0" err="1"/>
              <a:t>эмерджентности</a:t>
            </a:r>
            <a:endParaRPr lang="ru-RU" sz="2400" b="1" dirty="0"/>
          </a:p>
        </p:txBody>
      </p:sp>
    </p:spTree>
    <p:extLst>
      <p:ext uri="{BB962C8B-B14F-4D97-AF65-F5344CB8AC3E}">
        <p14:creationId xmlns:p14="http://schemas.microsoft.com/office/powerpoint/2010/main" val="1083274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885700" y="599777"/>
            <a:ext cx="10815807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u="sng" dirty="0"/>
              <a:t>Элемент системы</a:t>
            </a:r>
            <a:r>
              <a:rPr lang="ru-RU" sz="2400" dirty="0"/>
              <a:t> – часть системы, выполняющая определённую функцию. </a:t>
            </a:r>
            <a:endParaRPr lang="ru-RU" sz="2400" dirty="0" smtClean="0"/>
          </a:p>
          <a:p>
            <a:endParaRPr lang="ru-RU" sz="2400" dirty="0"/>
          </a:p>
          <a:p>
            <a:r>
              <a:rPr lang="ru-RU" sz="2400" b="1" u="sng" dirty="0" smtClean="0"/>
              <a:t>Подсистема</a:t>
            </a:r>
            <a:r>
              <a:rPr lang="ru-RU" sz="2400" dirty="0" smtClean="0"/>
              <a:t> - сложный </a:t>
            </a:r>
            <a:r>
              <a:rPr lang="ru-RU" sz="2400" dirty="0"/>
              <a:t>элемент, состоящий из взаимосвязанных </a:t>
            </a:r>
            <a:r>
              <a:rPr lang="ru-RU" sz="2400" dirty="0" smtClean="0"/>
              <a:t>частей.</a:t>
            </a:r>
          </a:p>
          <a:p>
            <a:endParaRPr lang="ru-RU" sz="2400" dirty="0"/>
          </a:p>
          <a:p>
            <a:r>
              <a:rPr lang="ru-RU" sz="2400" b="1" u="sng" dirty="0"/>
              <a:t>Организация системы</a:t>
            </a:r>
            <a:r>
              <a:rPr lang="ru-RU" sz="2400" dirty="0"/>
              <a:t> – согласованность действий её элементов (функции и правила существования элементов</a:t>
            </a:r>
            <a:r>
              <a:rPr lang="ru-RU" sz="2400" dirty="0" smtClean="0"/>
              <a:t>).</a:t>
            </a:r>
          </a:p>
          <a:p>
            <a:endParaRPr lang="ru-RU" sz="2400" dirty="0"/>
          </a:p>
          <a:p>
            <a:r>
              <a:rPr lang="ru-RU" sz="2400" b="1" u="sng" dirty="0"/>
              <a:t>Структура системы</a:t>
            </a:r>
            <a:r>
              <a:rPr lang="ru-RU" sz="2400" dirty="0"/>
              <a:t> – совокупность устойчивых связей и взаимоотношений между элементами.</a:t>
            </a:r>
          </a:p>
          <a:p>
            <a:endParaRPr lang="ru-RU" dirty="0"/>
          </a:p>
        </p:txBody>
      </p:sp>
      <p:pic>
        <p:nvPicPr>
          <p:cNvPr id="3" name="Picture 2" descr="http://www.svetgorod.ru/_img_articles/129/2.jpg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7235" y="4293096"/>
            <a:ext cx="1993404" cy="1993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Скругленная прямоугольная выноска 3"/>
          <p:cNvSpPr/>
          <p:nvPr/>
        </p:nvSpPr>
        <p:spPr>
          <a:xfrm>
            <a:off x="885700" y="4787645"/>
            <a:ext cx="4968552" cy="1265941"/>
          </a:xfrm>
          <a:prstGeom prst="wedgeRoundRectCallout">
            <a:avLst>
              <a:gd name="adj1" fmla="val 115459"/>
              <a:gd name="adj2" fmla="val -18589"/>
              <a:gd name="adj3" fmla="val 16667"/>
            </a:avLst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2400" b="1" dirty="0">
                <a:solidFill>
                  <a:schemeClr val="bg2"/>
                </a:solidFill>
              </a:rPr>
              <a:t>А теперь найдите примеры вышеперечисленного на картинке</a:t>
            </a:r>
            <a:endParaRPr lang="ru-RU" sz="2400" b="1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2144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ыноска-облако 1"/>
          <p:cNvSpPr/>
          <p:nvPr/>
        </p:nvSpPr>
        <p:spPr>
          <a:xfrm>
            <a:off x="1035170" y="172528"/>
            <a:ext cx="5952226" cy="3105510"/>
          </a:xfrm>
          <a:prstGeom prst="cloudCallout">
            <a:avLst>
              <a:gd name="adj1" fmla="val -60543"/>
              <a:gd name="adj2" fmla="val -4194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 smtClean="0"/>
              <a:t>СТОП! А при чём тут система? </a:t>
            </a:r>
            <a:br>
              <a:rPr lang="ru-RU" sz="2400" b="1" dirty="0" smtClean="0"/>
            </a:br>
            <a:r>
              <a:rPr lang="ru-RU" sz="2400" b="1" dirty="0" smtClean="0"/>
              <a:t>У нас были понятия «программа», «объект», «Модель» … что из них может быть системой?</a:t>
            </a:r>
            <a:endParaRPr lang="ru-RU" sz="2400" b="1" dirty="0"/>
          </a:p>
        </p:txBody>
      </p:sp>
      <p:sp>
        <p:nvSpPr>
          <p:cNvPr id="3" name="Выноска-облако 2"/>
          <p:cNvSpPr/>
          <p:nvPr/>
        </p:nvSpPr>
        <p:spPr>
          <a:xfrm>
            <a:off x="586596" y="3278038"/>
            <a:ext cx="11369615" cy="3105510"/>
          </a:xfrm>
          <a:prstGeom prst="cloudCallout">
            <a:avLst>
              <a:gd name="adj1" fmla="val 46029"/>
              <a:gd name="adj2" fmla="val 47223"/>
            </a:avLst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 smtClean="0">
                <a:solidFill>
                  <a:schemeClr val="bg2"/>
                </a:solidFill>
              </a:rPr>
              <a:t>СПОКОЙНО! Системой может быть и объект </a:t>
            </a:r>
            <a:br>
              <a:rPr lang="ru-RU" sz="2400" b="1" dirty="0" smtClean="0">
                <a:solidFill>
                  <a:schemeClr val="bg2"/>
                </a:solidFill>
              </a:rPr>
            </a:br>
            <a:r>
              <a:rPr lang="ru-RU" sz="2400" b="1" dirty="0" smtClean="0">
                <a:solidFill>
                  <a:schemeClr val="bg2"/>
                </a:solidFill>
              </a:rPr>
              <a:t>(нет смысла моделировать совсем простые объекты), </a:t>
            </a:r>
            <a:br>
              <a:rPr lang="ru-RU" sz="2400" b="1" dirty="0" smtClean="0">
                <a:solidFill>
                  <a:schemeClr val="bg2"/>
                </a:solidFill>
              </a:rPr>
            </a:br>
            <a:r>
              <a:rPr lang="ru-RU" sz="2400" b="1" dirty="0" smtClean="0">
                <a:solidFill>
                  <a:schemeClr val="bg2"/>
                </a:solidFill>
              </a:rPr>
              <a:t>и модель, и реализующая её программа.</a:t>
            </a:r>
            <a:br>
              <a:rPr lang="ru-RU" sz="2400" b="1" dirty="0" smtClean="0">
                <a:solidFill>
                  <a:schemeClr val="bg2"/>
                </a:solidFill>
              </a:rPr>
            </a:br>
            <a:r>
              <a:rPr lang="ru-RU" sz="2400" b="1" dirty="0" smtClean="0">
                <a:solidFill>
                  <a:schemeClr val="bg2"/>
                </a:solidFill>
              </a:rPr>
              <a:t>Просто нам надо понимать некоторые термины системного анализа.</a:t>
            </a:r>
            <a:endParaRPr lang="ru-RU" sz="2400" b="1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5190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91122" y="502418"/>
            <a:ext cx="95676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3600" b="1"/>
            </a:lvl1pPr>
          </a:lstStyle>
          <a:p>
            <a:r>
              <a:rPr lang="ru-RU" dirty="0" smtClean="0"/>
              <a:t>Система и среда вокруг неё</a:t>
            </a:r>
            <a:endParaRPr lang="ru-RU" dirty="0"/>
          </a:p>
        </p:txBody>
      </p:sp>
      <p:graphicFrame>
        <p:nvGraphicFramePr>
          <p:cNvPr id="3" name="Схема 2"/>
          <p:cNvGraphicFramePr/>
          <p:nvPr>
            <p:extLst>
              <p:ext uri="{D42A27DB-BD31-4B8C-83A1-F6EECF244321}">
                <p14:modId xmlns:p14="http://schemas.microsoft.com/office/powerpoint/2010/main" val="1361188538"/>
              </p:ext>
            </p:extLst>
          </p:nvPr>
        </p:nvGraphicFramePr>
        <p:xfrm>
          <a:off x="991121" y="1285336"/>
          <a:ext cx="10369867" cy="18891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Овальная выноска 3"/>
          <p:cNvSpPr/>
          <p:nvPr/>
        </p:nvSpPr>
        <p:spPr>
          <a:xfrm>
            <a:off x="590451" y="3165893"/>
            <a:ext cx="4399472" cy="1733911"/>
          </a:xfrm>
          <a:prstGeom prst="wedgeEllipseCallout">
            <a:avLst>
              <a:gd name="adj1" fmla="val -57675"/>
              <a:gd name="adj2" fmla="val -56508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 smtClean="0">
                <a:solidFill>
                  <a:schemeClr val="tx1"/>
                </a:solidFill>
              </a:rPr>
              <a:t>А приведите-ка пример закрытых систем:</a:t>
            </a:r>
            <a:br>
              <a:rPr lang="ru-RU" sz="2000" dirty="0" smtClean="0">
                <a:solidFill>
                  <a:schemeClr val="tx1"/>
                </a:solidFill>
              </a:rPr>
            </a:br>
            <a:r>
              <a:rPr lang="ru-RU" sz="2000" dirty="0" smtClean="0">
                <a:solidFill>
                  <a:schemeClr val="tx1"/>
                </a:solidFill>
              </a:rPr>
              <a:t>материальной и</a:t>
            </a:r>
            <a:br>
              <a:rPr lang="ru-RU" sz="2000" dirty="0" smtClean="0">
                <a:solidFill>
                  <a:schemeClr val="tx1"/>
                </a:solidFill>
              </a:rPr>
            </a:br>
            <a:r>
              <a:rPr lang="ru-RU" sz="2000" dirty="0" smtClean="0">
                <a:solidFill>
                  <a:schemeClr val="tx1"/>
                </a:solidFill>
              </a:rPr>
              <a:t>информационной</a:t>
            </a:r>
            <a:endParaRPr lang="ru-RU" sz="2000" dirty="0">
              <a:solidFill>
                <a:schemeClr val="tx1"/>
              </a:solidFill>
            </a:endParaRPr>
          </a:p>
        </p:txBody>
      </p:sp>
      <p:sp>
        <p:nvSpPr>
          <p:cNvPr id="5" name="Овальная выноска 4"/>
          <p:cNvSpPr/>
          <p:nvPr/>
        </p:nvSpPr>
        <p:spPr>
          <a:xfrm>
            <a:off x="473538" y="4744528"/>
            <a:ext cx="5927262" cy="2035835"/>
          </a:xfrm>
          <a:prstGeom prst="wedgeEllipseCallout">
            <a:avLst>
              <a:gd name="adj1" fmla="val -47958"/>
              <a:gd name="adj2" fmla="val 36328"/>
            </a:avLst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b="1" dirty="0" smtClean="0">
                <a:solidFill>
                  <a:schemeClr val="bg2"/>
                </a:solidFill>
              </a:rPr>
              <a:t>Закрытых информационных систем не бывает. </a:t>
            </a:r>
            <a:br>
              <a:rPr lang="ru-RU" sz="2000" b="1" dirty="0" smtClean="0">
                <a:solidFill>
                  <a:schemeClr val="bg2"/>
                </a:solidFill>
              </a:rPr>
            </a:br>
            <a:r>
              <a:rPr lang="ru-RU" sz="2000" b="1" dirty="0" smtClean="0">
                <a:solidFill>
                  <a:schemeClr val="bg2"/>
                </a:solidFill>
              </a:rPr>
              <a:t>Материальные считаются закрытыми, если взаимодействием со средой можно пренебречь. </a:t>
            </a:r>
            <a:endParaRPr lang="ru-RU" sz="2000" b="1" dirty="0">
              <a:solidFill>
                <a:schemeClr val="bg2"/>
              </a:solidFill>
            </a:endParaRPr>
          </a:p>
        </p:txBody>
      </p:sp>
      <p:sp>
        <p:nvSpPr>
          <p:cNvPr id="6" name="Куб 5"/>
          <p:cNvSpPr/>
          <p:nvPr/>
        </p:nvSpPr>
        <p:spPr>
          <a:xfrm>
            <a:off x="8333117" y="4097547"/>
            <a:ext cx="1690777" cy="1457864"/>
          </a:xfrm>
          <a:prstGeom prst="cube">
            <a:avLst>
              <a:gd name="adj" fmla="val 14941"/>
            </a:avLst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Стрелка вправо 6"/>
          <p:cNvSpPr/>
          <p:nvPr/>
        </p:nvSpPr>
        <p:spPr>
          <a:xfrm>
            <a:off x="6495691" y="4442604"/>
            <a:ext cx="1915064" cy="957532"/>
          </a:xfrm>
          <a:prstGeom prst="righ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b="1" dirty="0" smtClean="0">
                <a:solidFill>
                  <a:schemeClr val="bg2"/>
                </a:solidFill>
              </a:rPr>
              <a:t>ВХОД</a:t>
            </a:r>
            <a:endParaRPr lang="ru-RU" b="1" dirty="0">
              <a:solidFill>
                <a:schemeClr val="bg2"/>
              </a:solidFill>
            </a:endParaRPr>
          </a:p>
        </p:txBody>
      </p:sp>
      <p:sp>
        <p:nvSpPr>
          <p:cNvPr id="8" name="Стрелка вправо 7"/>
          <p:cNvSpPr/>
          <p:nvPr/>
        </p:nvSpPr>
        <p:spPr>
          <a:xfrm>
            <a:off x="9885872" y="4347713"/>
            <a:ext cx="1915064" cy="957532"/>
          </a:xfrm>
          <a:prstGeom prst="righ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b="1" dirty="0" smtClean="0">
                <a:solidFill>
                  <a:schemeClr val="bg2"/>
                </a:solidFill>
              </a:rPr>
              <a:t>ВЫХОД</a:t>
            </a:r>
            <a:endParaRPr lang="ru-RU" b="1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9401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уб 1"/>
          <p:cNvSpPr/>
          <p:nvPr/>
        </p:nvSpPr>
        <p:spPr>
          <a:xfrm>
            <a:off x="2872596" y="552090"/>
            <a:ext cx="4520242" cy="1457864"/>
          </a:xfrm>
          <a:prstGeom prst="cube">
            <a:avLst>
              <a:gd name="adj" fmla="val 14941"/>
            </a:avLst>
          </a:prstGeom>
          <a:solidFill>
            <a:schemeClr val="accent6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 smtClean="0">
                <a:solidFill>
                  <a:schemeClr val="bg2"/>
                </a:solidFill>
              </a:rPr>
              <a:t>Информационная</a:t>
            </a:r>
            <a:br>
              <a:rPr lang="ru-RU" sz="2400" b="1" dirty="0" smtClean="0">
                <a:solidFill>
                  <a:schemeClr val="bg2"/>
                </a:solidFill>
              </a:rPr>
            </a:br>
            <a:r>
              <a:rPr lang="ru-RU" sz="2400" b="1" dirty="0" smtClean="0">
                <a:solidFill>
                  <a:schemeClr val="bg2"/>
                </a:solidFill>
              </a:rPr>
              <a:t>модель</a:t>
            </a:r>
            <a:endParaRPr lang="ru-RU" sz="2400" b="1" dirty="0">
              <a:solidFill>
                <a:schemeClr val="bg2"/>
              </a:solidFill>
            </a:endParaRPr>
          </a:p>
        </p:txBody>
      </p:sp>
      <p:sp>
        <p:nvSpPr>
          <p:cNvPr id="3" name="Стрелка вправо 2"/>
          <p:cNvSpPr/>
          <p:nvPr/>
        </p:nvSpPr>
        <p:spPr>
          <a:xfrm>
            <a:off x="849702" y="552090"/>
            <a:ext cx="1915064" cy="1457864"/>
          </a:xfrm>
          <a:prstGeom prst="rightArrow">
            <a:avLst>
              <a:gd name="adj1" fmla="val 73669"/>
              <a:gd name="adj2" fmla="val 50000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000" b="1" dirty="0" smtClean="0">
                <a:solidFill>
                  <a:schemeClr val="bg2"/>
                </a:solidFill>
              </a:rPr>
              <a:t>Входные данные</a:t>
            </a:r>
            <a:endParaRPr lang="ru-RU" sz="2000" b="1" dirty="0">
              <a:solidFill>
                <a:schemeClr val="bg2"/>
              </a:solidFill>
            </a:endParaRPr>
          </a:p>
        </p:txBody>
      </p:sp>
      <p:sp>
        <p:nvSpPr>
          <p:cNvPr id="5" name="Стрелка вправо 4"/>
          <p:cNvSpPr/>
          <p:nvPr/>
        </p:nvSpPr>
        <p:spPr>
          <a:xfrm>
            <a:off x="7608498" y="552090"/>
            <a:ext cx="1915064" cy="1457864"/>
          </a:xfrm>
          <a:prstGeom prst="rightArrow">
            <a:avLst>
              <a:gd name="adj1" fmla="val 73669"/>
              <a:gd name="adj2" fmla="val 50000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000" b="1" dirty="0" smtClean="0">
                <a:solidFill>
                  <a:schemeClr val="bg2"/>
                </a:solidFill>
              </a:rPr>
              <a:t>Выходные данные</a:t>
            </a:r>
            <a:endParaRPr lang="ru-RU" sz="2000" b="1" dirty="0">
              <a:solidFill>
                <a:schemeClr val="bg2"/>
              </a:solidFill>
            </a:endParaRPr>
          </a:p>
        </p:txBody>
      </p:sp>
      <p:sp>
        <p:nvSpPr>
          <p:cNvPr id="6" name="Стрелка вправо 5"/>
          <p:cNvSpPr/>
          <p:nvPr/>
        </p:nvSpPr>
        <p:spPr>
          <a:xfrm>
            <a:off x="832450" y="3079630"/>
            <a:ext cx="634042" cy="1457864"/>
          </a:xfrm>
          <a:prstGeom prst="rightArrow">
            <a:avLst>
              <a:gd name="adj1" fmla="val 73669"/>
              <a:gd name="adj2" fmla="val 50000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2000" b="1" dirty="0">
              <a:solidFill>
                <a:schemeClr val="bg2"/>
              </a:solidFill>
            </a:endParaRPr>
          </a:p>
        </p:txBody>
      </p:sp>
      <p:sp>
        <p:nvSpPr>
          <p:cNvPr id="7" name="Куб 6"/>
          <p:cNvSpPr/>
          <p:nvPr/>
        </p:nvSpPr>
        <p:spPr>
          <a:xfrm>
            <a:off x="1582947" y="3079630"/>
            <a:ext cx="957532" cy="1457864"/>
          </a:xfrm>
          <a:prstGeom prst="cube">
            <a:avLst>
              <a:gd name="adj" fmla="val 14941"/>
            </a:avLst>
          </a:prstGeom>
          <a:solidFill>
            <a:schemeClr val="accent6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 b="1" dirty="0">
              <a:solidFill>
                <a:schemeClr val="bg2"/>
              </a:solidFill>
            </a:endParaRPr>
          </a:p>
        </p:txBody>
      </p:sp>
      <p:sp>
        <p:nvSpPr>
          <p:cNvPr id="8" name="Стрелка вправо 7"/>
          <p:cNvSpPr/>
          <p:nvPr/>
        </p:nvSpPr>
        <p:spPr>
          <a:xfrm>
            <a:off x="2721634" y="3079630"/>
            <a:ext cx="634042" cy="1457864"/>
          </a:xfrm>
          <a:prstGeom prst="rightArrow">
            <a:avLst>
              <a:gd name="adj1" fmla="val 73669"/>
              <a:gd name="adj2" fmla="val 50000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2000" b="1" dirty="0">
              <a:solidFill>
                <a:schemeClr val="bg2"/>
              </a:solidFill>
            </a:endParaRPr>
          </a:p>
        </p:txBody>
      </p:sp>
      <p:sp>
        <p:nvSpPr>
          <p:cNvPr id="9" name="Куб 8"/>
          <p:cNvSpPr/>
          <p:nvPr/>
        </p:nvSpPr>
        <p:spPr>
          <a:xfrm>
            <a:off x="3472131" y="3079630"/>
            <a:ext cx="957532" cy="1457864"/>
          </a:xfrm>
          <a:prstGeom prst="cube">
            <a:avLst>
              <a:gd name="adj" fmla="val 14941"/>
            </a:avLst>
          </a:prstGeom>
          <a:solidFill>
            <a:schemeClr val="accent6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 b="1" dirty="0">
              <a:solidFill>
                <a:schemeClr val="bg2"/>
              </a:solidFill>
            </a:endParaRPr>
          </a:p>
        </p:txBody>
      </p:sp>
      <p:sp>
        <p:nvSpPr>
          <p:cNvPr id="10" name="Стрелка вправо 9"/>
          <p:cNvSpPr/>
          <p:nvPr/>
        </p:nvSpPr>
        <p:spPr>
          <a:xfrm>
            <a:off x="4633824" y="3079630"/>
            <a:ext cx="634042" cy="1457864"/>
          </a:xfrm>
          <a:prstGeom prst="rightArrow">
            <a:avLst>
              <a:gd name="adj1" fmla="val 73669"/>
              <a:gd name="adj2" fmla="val 50000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2000" b="1" dirty="0">
              <a:solidFill>
                <a:schemeClr val="bg2"/>
              </a:solidFill>
            </a:endParaRPr>
          </a:p>
        </p:txBody>
      </p:sp>
      <p:sp>
        <p:nvSpPr>
          <p:cNvPr id="11" name="Куб 10"/>
          <p:cNvSpPr/>
          <p:nvPr/>
        </p:nvSpPr>
        <p:spPr>
          <a:xfrm>
            <a:off x="5384321" y="3079630"/>
            <a:ext cx="957532" cy="1457864"/>
          </a:xfrm>
          <a:prstGeom prst="cube">
            <a:avLst>
              <a:gd name="adj" fmla="val 14941"/>
            </a:avLst>
          </a:prstGeom>
          <a:solidFill>
            <a:schemeClr val="accent6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 b="1" dirty="0">
              <a:solidFill>
                <a:schemeClr val="bg2"/>
              </a:solidFill>
            </a:endParaRPr>
          </a:p>
        </p:txBody>
      </p:sp>
      <p:sp>
        <p:nvSpPr>
          <p:cNvPr id="12" name="Стрелка вправо 11"/>
          <p:cNvSpPr/>
          <p:nvPr/>
        </p:nvSpPr>
        <p:spPr>
          <a:xfrm>
            <a:off x="6523008" y="3079630"/>
            <a:ext cx="634042" cy="1457864"/>
          </a:xfrm>
          <a:prstGeom prst="rightArrow">
            <a:avLst>
              <a:gd name="adj1" fmla="val 73669"/>
              <a:gd name="adj2" fmla="val 50000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2000" b="1" dirty="0">
              <a:solidFill>
                <a:schemeClr val="bg2"/>
              </a:solidFill>
            </a:endParaRPr>
          </a:p>
        </p:txBody>
      </p:sp>
      <p:sp>
        <p:nvSpPr>
          <p:cNvPr id="13" name="Куб 12"/>
          <p:cNvSpPr/>
          <p:nvPr/>
        </p:nvSpPr>
        <p:spPr>
          <a:xfrm>
            <a:off x="7273505" y="3079630"/>
            <a:ext cx="957532" cy="1457864"/>
          </a:xfrm>
          <a:prstGeom prst="cube">
            <a:avLst>
              <a:gd name="adj" fmla="val 14941"/>
            </a:avLst>
          </a:prstGeom>
          <a:solidFill>
            <a:schemeClr val="accent6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 b="1" dirty="0">
              <a:solidFill>
                <a:schemeClr val="bg2"/>
              </a:solidFill>
            </a:endParaRPr>
          </a:p>
        </p:txBody>
      </p:sp>
      <p:sp>
        <p:nvSpPr>
          <p:cNvPr id="14" name="Стрелка вправо 13"/>
          <p:cNvSpPr/>
          <p:nvPr/>
        </p:nvSpPr>
        <p:spPr>
          <a:xfrm>
            <a:off x="8455325" y="3079630"/>
            <a:ext cx="634042" cy="1457864"/>
          </a:xfrm>
          <a:prstGeom prst="rightArrow">
            <a:avLst>
              <a:gd name="adj1" fmla="val 73669"/>
              <a:gd name="adj2" fmla="val 50000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2000" b="1" dirty="0">
              <a:solidFill>
                <a:schemeClr val="bg2"/>
              </a:solidFill>
            </a:endParaRPr>
          </a:p>
        </p:txBody>
      </p:sp>
      <p:sp>
        <p:nvSpPr>
          <p:cNvPr id="15" name="Куб 14"/>
          <p:cNvSpPr/>
          <p:nvPr/>
        </p:nvSpPr>
        <p:spPr>
          <a:xfrm>
            <a:off x="9205822" y="3079630"/>
            <a:ext cx="957532" cy="1457864"/>
          </a:xfrm>
          <a:prstGeom prst="cube">
            <a:avLst>
              <a:gd name="adj" fmla="val 14941"/>
            </a:avLst>
          </a:prstGeom>
          <a:solidFill>
            <a:schemeClr val="accent6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 b="1" dirty="0">
              <a:solidFill>
                <a:schemeClr val="bg2"/>
              </a:solidFill>
            </a:endParaRPr>
          </a:p>
        </p:txBody>
      </p:sp>
      <p:sp>
        <p:nvSpPr>
          <p:cNvPr id="16" name="Стрелка вправо 15"/>
          <p:cNvSpPr/>
          <p:nvPr/>
        </p:nvSpPr>
        <p:spPr>
          <a:xfrm>
            <a:off x="10353137" y="3079630"/>
            <a:ext cx="634042" cy="1457864"/>
          </a:xfrm>
          <a:prstGeom prst="rightArrow">
            <a:avLst>
              <a:gd name="adj1" fmla="val 73669"/>
              <a:gd name="adj2" fmla="val 50000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2000" b="1" dirty="0">
              <a:solidFill>
                <a:schemeClr val="bg2"/>
              </a:solidFill>
            </a:endParaRPr>
          </a:p>
        </p:txBody>
      </p:sp>
      <p:sp>
        <p:nvSpPr>
          <p:cNvPr id="17" name="Правая фигурная скобка 16"/>
          <p:cNvSpPr/>
          <p:nvPr/>
        </p:nvSpPr>
        <p:spPr>
          <a:xfrm rot="5400000">
            <a:off x="5684089" y="99205"/>
            <a:ext cx="357995" cy="9834114"/>
          </a:xfrm>
          <a:prstGeom prst="rightBrace">
            <a:avLst>
              <a:gd name="adj1" fmla="val 17971"/>
              <a:gd name="adj2" fmla="val 50021"/>
            </a:avLst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7"/>
          <p:cNvSpPr txBox="1"/>
          <p:nvPr/>
        </p:nvSpPr>
        <p:spPr>
          <a:xfrm>
            <a:off x="2872596" y="5512286"/>
            <a:ext cx="58443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3600" b="1"/>
            </a:lvl1pPr>
          </a:lstStyle>
          <a:p>
            <a:r>
              <a:rPr lang="ru-RU" dirty="0" smtClean="0"/>
              <a:t>Информационный процесс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09930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уб 1"/>
          <p:cNvSpPr/>
          <p:nvPr/>
        </p:nvSpPr>
        <p:spPr>
          <a:xfrm>
            <a:off x="4442603" y="414068"/>
            <a:ext cx="3243532" cy="1457864"/>
          </a:xfrm>
          <a:prstGeom prst="cube">
            <a:avLst>
              <a:gd name="adj" fmla="val 14941"/>
            </a:avLst>
          </a:prstGeom>
          <a:solidFill>
            <a:schemeClr val="accent6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 smtClean="0">
                <a:solidFill>
                  <a:schemeClr val="bg2"/>
                </a:solidFill>
              </a:rPr>
              <a:t>Последовательность действий</a:t>
            </a:r>
            <a:br>
              <a:rPr lang="ru-RU" sz="2400" b="1" dirty="0" smtClean="0">
                <a:solidFill>
                  <a:schemeClr val="bg2"/>
                </a:solidFill>
              </a:rPr>
            </a:br>
            <a:r>
              <a:rPr lang="ru-RU" sz="2400" b="1" dirty="0" smtClean="0">
                <a:solidFill>
                  <a:schemeClr val="bg2"/>
                </a:solidFill>
              </a:rPr>
              <a:t>(алгоритм)</a:t>
            </a:r>
            <a:endParaRPr lang="ru-RU" sz="2400" b="1" dirty="0">
              <a:solidFill>
                <a:schemeClr val="bg2"/>
              </a:solidFill>
            </a:endParaRPr>
          </a:p>
        </p:txBody>
      </p:sp>
      <p:sp>
        <p:nvSpPr>
          <p:cNvPr id="3" name="Куб 2"/>
          <p:cNvSpPr/>
          <p:nvPr/>
        </p:nvSpPr>
        <p:spPr>
          <a:xfrm>
            <a:off x="353683" y="2001328"/>
            <a:ext cx="3243532" cy="1457864"/>
          </a:xfrm>
          <a:prstGeom prst="cube">
            <a:avLst>
              <a:gd name="adj" fmla="val 14941"/>
            </a:avLst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400" b="1" dirty="0" smtClean="0">
                <a:solidFill>
                  <a:schemeClr val="bg2"/>
                </a:solidFill>
              </a:rPr>
              <a:t>ПРОГРАММА</a:t>
            </a:r>
            <a:endParaRPr lang="ru-RU" sz="2400" b="1" dirty="0">
              <a:solidFill>
                <a:schemeClr val="bg2"/>
              </a:solidFill>
            </a:endParaRPr>
          </a:p>
        </p:txBody>
      </p:sp>
      <p:sp>
        <p:nvSpPr>
          <p:cNvPr id="4" name="Куб 3"/>
          <p:cNvSpPr/>
          <p:nvPr/>
        </p:nvSpPr>
        <p:spPr>
          <a:xfrm>
            <a:off x="4270075" y="3226279"/>
            <a:ext cx="3243532" cy="1457864"/>
          </a:xfrm>
          <a:prstGeom prst="cube">
            <a:avLst>
              <a:gd name="adj" fmla="val 14941"/>
            </a:avLst>
          </a:prstGeom>
          <a:solidFill>
            <a:schemeClr val="accent6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 smtClean="0">
                <a:solidFill>
                  <a:schemeClr val="bg2"/>
                </a:solidFill>
              </a:rPr>
              <a:t>Информационная</a:t>
            </a:r>
            <a:br>
              <a:rPr lang="ru-RU" sz="2400" b="1" dirty="0" smtClean="0">
                <a:solidFill>
                  <a:schemeClr val="bg2"/>
                </a:solidFill>
              </a:rPr>
            </a:br>
            <a:r>
              <a:rPr lang="ru-RU" sz="2400" b="1" dirty="0" smtClean="0">
                <a:solidFill>
                  <a:schemeClr val="bg2"/>
                </a:solidFill>
              </a:rPr>
              <a:t>модель</a:t>
            </a:r>
            <a:endParaRPr lang="ru-RU" sz="2400" b="1" dirty="0">
              <a:solidFill>
                <a:schemeClr val="bg2"/>
              </a:solidFill>
            </a:endParaRPr>
          </a:p>
        </p:txBody>
      </p:sp>
      <p:sp>
        <p:nvSpPr>
          <p:cNvPr id="5" name="Куб 4"/>
          <p:cNvSpPr/>
          <p:nvPr/>
        </p:nvSpPr>
        <p:spPr>
          <a:xfrm>
            <a:off x="8186467" y="2009955"/>
            <a:ext cx="3597215" cy="1457864"/>
          </a:xfrm>
          <a:prstGeom prst="cube">
            <a:avLst>
              <a:gd name="adj" fmla="val 14941"/>
            </a:avLst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400" b="1" dirty="0" smtClean="0">
                <a:solidFill>
                  <a:schemeClr val="bg2"/>
                </a:solidFill>
              </a:rPr>
              <a:t>ИНФОРМАЦИОННЫЙ ПРОЦЕСС</a:t>
            </a:r>
            <a:endParaRPr lang="ru-RU" sz="2400" b="1" dirty="0">
              <a:solidFill>
                <a:schemeClr val="bg2"/>
              </a:solidFill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3762892" y="2009955"/>
            <a:ext cx="4257897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6600" b="1" spc="50" dirty="0" smtClean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=        +       =</a:t>
            </a:r>
            <a:endParaRPr lang="ru-RU" sz="6600" b="1" cap="none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7" name="Стрелка вправо с вырезом 6"/>
          <p:cNvSpPr/>
          <p:nvPr/>
        </p:nvSpPr>
        <p:spPr>
          <a:xfrm>
            <a:off x="1768415" y="5149971"/>
            <a:ext cx="9928908" cy="1483744"/>
          </a:xfrm>
          <a:prstGeom prst="notchedRightArrow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Будем считать, что когнитивный диссонанс исчерпан.</a:t>
            </a:r>
            <a:br>
              <a:rPr lang="ru-RU" sz="20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</a:br>
            <a:r>
              <a:rPr lang="ru-RU" sz="20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Переходим к упражнениям.</a:t>
            </a:r>
            <a:endParaRPr lang="ru-RU" sz="20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6184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theme/theme1.xml><?xml version="1.0" encoding="utf-8"?>
<a:theme xmlns:a="http://schemas.openxmlformats.org/drawingml/2006/main" name="Глубина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Глубина</Template>
  <TotalTime>231</TotalTime>
  <Words>408</Words>
  <Application>Microsoft Office PowerPoint</Application>
  <PresentationFormat>Широкоэкранный</PresentationFormat>
  <Paragraphs>97</Paragraphs>
  <Slides>16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19" baseType="lpstr">
      <vt:lpstr>Arial</vt:lpstr>
      <vt:lpstr>Corbel</vt:lpstr>
      <vt:lpstr>Глубина</vt:lpstr>
      <vt:lpstr>Презентация PowerPoint</vt:lpstr>
      <vt:lpstr>Презентация PowerPoint</vt:lpstr>
      <vt:lpstr>Программа –  информационная модель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FST SPbSPU ISMI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LocalAdmin</dc:creator>
  <cp:lastModifiedBy>LocalAdmin</cp:lastModifiedBy>
  <cp:revision>26</cp:revision>
  <dcterms:created xsi:type="dcterms:W3CDTF">2017-07-04T18:10:03Z</dcterms:created>
  <dcterms:modified xsi:type="dcterms:W3CDTF">2017-07-15T14:00:50Z</dcterms:modified>
</cp:coreProperties>
</file>