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017B"/>
    <a:srgbClr val="036A90"/>
    <a:srgbClr val="060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514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0E7172-160D-414B-AB2A-A4FDFDB3F8C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5781858-AB5E-4F16-A26B-2E993590164F}">
      <dgm:prSet phldrT="[Текст]"/>
      <dgm:spPr>
        <a:solidFill>
          <a:srgbClr val="036A90"/>
        </a:solidFill>
      </dgm:spPr>
      <dgm:t>
        <a:bodyPr/>
        <a:lstStyle/>
        <a:p>
          <a:r>
            <a:rPr lang="ru-RU" dirty="0" smtClean="0"/>
            <a:t>Информация</a:t>
          </a:r>
          <a:endParaRPr lang="ru-RU" dirty="0"/>
        </a:p>
      </dgm:t>
    </dgm:pt>
    <dgm:pt modelId="{4A105E83-10BB-4CC6-8F4F-878946C4951C}" type="parTrans" cxnId="{15761FC2-E164-4E94-BDC4-7C57B366FF89}">
      <dgm:prSet/>
      <dgm:spPr/>
      <dgm:t>
        <a:bodyPr/>
        <a:lstStyle/>
        <a:p>
          <a:endParaRPr lang="ru-RU"/>
        </a:p>
      </dgm:t>
    </dgm:pt>
    <dgm:pt modelId="{5A789497-2659-4B83-B68E-BF6F6D3DDDF1}" type="sibTrans" cxnId="{15761FC2-E164-4E94-BDC4-7C57B366FF89}">
      <dgm:prSet/>
      <dgm:spPr/>
      <dgm:t>
        <a:bodyPr/>
        <a:lstStyle/>
        <a:p>
          <a:endParaRPr lang="ru-RU"/>
        </a:p>
      </dgm:t>
    </dgm:pt>
    <dgm:pt modelId="{BDB569EE-0CEB-4376-B7F3-00EDA9B6BF79}">
      <dgm:prSet phldrT="[Текст]"/>
      <dgm:spPr>
        <a:solidFill>
          <a:srgbClr val="036A90"/>
        </a:solidFill>
      </dgm:spPr>
      <dgm:t>
        <a:bodyPr/>
        <a:lstStyle/>
        <a:p>
          <a:r>
            <a:rPr lang="ru-RU" dirty="0" smtClean="0"/>
            <a:t>Словесная</a:t>
          </a:r>
          <a:endParaRPr lang="ru-RU" dirty="0"/>
        </a:p>
      </dgm:t>
    </dgm:pt>
    <dgm:pt modelId="{52689973-1DEC-43EB-AF03-B926098D77FD}" type="parTrans" cxnId="{E4FE6397-7C76-494D-BE4F-AE2470FEA1F4}">
      <dgm:prSet/>
      <dgm:spPr/>
      <dgm:t>
        <a:bodyPr/>
        <a:lstStyle/>
        <a:p>
          <a:endParaRPr lang="ru-RU"/>
        </a:p>
      </dgm:t>
    </dgm:pt>
    <dgm:pt modelId="{0BA447C4-0961-462D-BA4C-02041AEC5269}" type="sibTrans" cxnId="{E4FE6397-7C76-494D-BE4F-AE2470FEA1F4}">
      <dgm:prSet/>
      <dgm:spPr/>
      <dgm:t>
        <a:bodyPr/>
        <a:lstStyle/>
        <a:p>
          <a:endParaRPr lang="ru-RU"/>
        </a:p>
      </dgm:t>
    </dgm:pt>
    <dgm:pt modelId="{346CB8ED-D2AB-48BA-B9CB-DE2D4B34B4BD}">
      <dgm:prSet phldrT="[Текст]"/>
      <dgm:spPr>
        <a:solidFill>
          <a:srgbClr val="036A90"/>
        </a:solidFill>
      </dgm:spPr>
      <dgm:t>
        <a:bodyPr/>
        <a:lstStyle/>
        <a:p>
          <a:r>
            <a:rPr lang="ru-RU" dirty="0" smtClean="0"/>
            <a:t>Графическая</a:t>
          </a:r>
          <a:endParaRPr lang="ru-RU" dirty="0"/>
        </a:p>
      </dgm:t>
    </dgm:pt>
    <dgm:pt modelId="{BB100433-A127-480B-8E88-AFC5727DA012}" type="parTrans" cxnId="{594020BB-4F16-4FF1-AC8E-66232E67C51D}">
      <dgm:prSet/>
      <dgm:spPr/>
      <dgm:t>
        <a:bodyPr/>
        <a:lstStyle/>
        <a:p>
          <a:endParaRPr lang="ru-RU"/>
        </a:p>
      </dgm:t>
    </dgm:pt>
    <dgm:pt modelId="{33F4AAE5-28F7-4AB0-8E06-32DF07EDCB7D}" type="sibTrans" cxnId="{594020BB-4F16-4FF1-AC8E-66232E67C51D}">
      <dgm:prSet/>
      <dgm:spPr/>
      <dgm:t>
        <a:bodyPr/>
        <a:lstStyle/>
        <a:p>
          <a:endParaRPr lang="ru-RU"/>
        </a:p>
      </dgm:t>
    </dgm:pt>
    <dgm:pt modelId="{30BC4343-D940-4364-840A-762631286406}">
      <dgm:prSet phldrT="[Текст]"/>
      <dgm:spPr>
        <a:solidFill>
          <a:srgbClr val="036A90"/>
        </a:solidFill>
      </dgm:spPr>
      <dgm:t>
        <a:bodyPr/>
        <a:lstStyle/>
        <a:p>
          <a:r>
            <a:rPr lang="ru-RU" dirty="0" smtClean="0"/>
            <a:t>Звуковая</a:t>
          </a:r>
          <a:endParaRPr lang="ru-RU" dirty="0"/>
        </a:p>
      </dgm:t>
    </dgm:pt>
    <dgm:pt modelId="{10192D25-FC89-4E8C-99C2-57884CBA8E70}" type="parTrans" cxnId="{98F6E71B-33A8-4FE2-8F35-B19EB9C42010}">
      <dgm:prSet/>
      <dgm:spPr/>
      <dgm:t>
        <a:bodyPr/>
        <a:lstStyle/>
        <a:p>
          <a:endParaRPr lang="ru-RU"/>
        </a:p>
      </dgm:t>
    </dgm:pt>
    <dgm:pt modelId="{CFA13B3B-E35A-4017-A459-436175B898FC}" type="sibTrans" cxnId="{98F6E71B-33A8-4FE2-8F35-B19EB9C42010}">
      <dgm:prSet/>
      <dgm:spPr/>
      <dgm:t>
        <a:bodyPr/>
        <a:lstStyle/>
        <a:p>
          <a:endParaRPr lang="ru-RU"/>
        </a:p>
      </dgm:t>
    </dgm:pt>
    <dgm:pt modelId="{51FBF658-7DAC-443E-B66C-29B02FAEB6E3}">
      <dgm:prSet/>
      <dgm:spPr>
        <a:solidFill>
          <a:srgbClr val="036A90"/>
        </a:solidFill>
      </dgm:spPr>
      <dgm:t>
        <a:bodyPr/>
        <a:lstStyle/>
        <a:p>
          <a:r>
            <a:rPr lang="ru-RU" dirty="0" smtClean="0"/>
            <a:t>Числовая</a:t>
          </a:r>
          <a:endParaRPr lang="ru-RU" dirty="0"/>
        </a:p>
      </dgm:t>
    </dgm:pt>
    <dgm:pt modelId="{5CC35A62-499F-4F78-8DC2-0B6D0D415D65}" type="parTrans" cxnId="{40BAF072-BB57-492B-BEC6-CAF2A6A63631}">
      <dgm:prSet/>
      <dgm:spPr/>
      <dgm:t>
        <a:bodyPr/>
        <a:lstStyle/>
        <a:p>
          <a:endParaRPr lang="ru-RU"/>
        </a:p>
      </dgm:t>
    </dgm:pt>
    <dgm:pt modelId="{F53EE45C-E8AD-4715-A431-D461D355CAC8}" type="sibTrans" cxnId="{40BAF072-BB57-492B-BEC6-CAF2A6A63631}">
      <dgm:prSet/>
      <dgm:spPr/>
      <dgm:t>
        <a:bodyPr/>
        <a:lstStyle/>
        <a:p>
          <a:endParaRPr lang="ru-RU"/>
        </a:p>
      </dgm:t>
    </dgm:pt>
    <dgm:pt modelId="{7F3253DC-CB5B-44B2-8641-5FC0518339B4}" type="pres">
      <dgm:prSet presAssocID="{E50E7172-160D-414B-AB2A-A4FDFDB3F8C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DE16CF3-B598-40F7-B339-2626E2C52216}" type="pres">
      <dgm:prSet presAssocID="{A5781858-AB5E-4F16-A26B-2E993590164F}" presName="hierRoot1" presStyleCnt="0">
        <dgm:presLayoutVars>
          <dgm:hierBranch val="init"/>
        </dgm:presLayoutVars>
      </dgm:prSet>
      <dgm:spPr/>
    </dgm:pt>
    <dgm:pt modelId="{8DBC28EC-2933-4F37-8AC3-29463AD10FA9}" type="pres">
      <dgm:prSet presAssocID="{A5781858-AB5E-4F16-A26B-2E993590164F}" presName="rootComposite1" presStyleCnt="0"/>
      <dgm:spPr/>
    </dgm:pt>
    <dgm:pt modelId="{FBE8B46A-BFFB-48CC-BBCE-B2187CEE7B5E}" type="pres">
      <dgm:prSet presAssocID="{A5781858-AB5E-4F16-A26B-2E993590164F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4CB51A2B-A919-4581-A841-C9516D50E875}" type="pres">
      <dgm:prSet presAssocID="{A5781858-AB5E-4F16-A26B-2E993590164F}" presName="rootConnector1" presStyleLbl="node1" presStyleIdx="0" presStyleCnt="0"/>
      <dgm:spPr/>
    </dgm:pt>
    <dgm:pt modelId="{79EB5330-5878-4C19-8900-A67D89AFD11F}" type="pres">
      <dgm:prSet presAssocID="{A5781858-AB5E-4F16-A26B-2E993590164F}" presName="hierChild2" presStyleCnt="0"/>
      <dgm:spPr/>
    </dgm:pt>
    <dgm:pt modelId="{DD7E7E52-97DA-4EAC-88FC-92285D8E0912}" type="pres">
      <dgm:prSet presAssocID="{52689973-1DEC-43EB-AF03-B926098D77FD}" presName="Name37" presStyleLbl="parChTrans1D2" presStyleIdx="0" presStyleCnt="4"/>
      <dgm:spPr/>
    </dgm:pt>
    <dgm:pt modelId="{91973457-B72D-4524-BEE7-53A779BA218D}" type="pres">
      <dgm:prSet presAssocID="{BDB569EE-0CEB-4376-B7F3-00EDA9B6BF79}" presName="hierRoot2" presStyleCnt="0">
        <dgm:presLayoutVars>
          <dgm:hierBranch val="init"/>
        </dgm:presLayoutVars>
      </dgm:prSet>
      <dgm:spPr/>
    </dgm:pt>
    <dgm:pt modelId="{52FE826A-F44E-4C79-949C-5A604C8CA086}" type="pres">
      <dgm:prSet presAssocID="{BDB569EE-0CEB-4376-B7F3-00EDA9B6BF79}" presName="rootComposite" presStyleCnt="0"/>
      <dgm:spPr/>
    </dgm:pt>
    <dgm:pt modelId="{9A5751ED-717E-4AC8-B5F6-3439122A5CD7}" type="pres">
      <dgm:prSet presAssocID="{BDB569EE-0CEB-4376-B7F3-00EDA9B6BF79}" presName="rootText" presStyleLbl="node2" presStyleIdx="0" presStyleCnt="4" custLinFactX="5175" custLinFactNeighborX="100000" custLinFactNeighborY="216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60A0B19-C6FD-44E3-84A2-045F7C4A7727}" type="pres">
      <dgm:prSet presAssocID="{BDB569EE-0CEB-4376-B7F3-00EDA9B6BF79}" presName="rootConnector" presStyleLbl="node2" presStyleIdx="0" presStyleCnt="4"/>
      <dgm:spPr/>
    </dgm:pt>
    <dgm:pt modelId="{59111FE7-461D-4143-8F73-11DFEADB160F}" type="pres">
      <dgm:prSet presAssocID="{BDB569EE-0CEB-4376-B7F3-00EDA9B6BF79}" presName="hierChild4" presStyleCnt="0"/>
      <dgm:spPr/>
    </dgm:pt>
    <dgm:pt modelId="{E4D34DAF-5D2D-4BA3-BD8E-EE45D9FB95B1}" type="pres">
      <dgm:prSet presAssocID="{BDB569EE-0CEB-4376-B7F3-00EDA9B6BF79}" presName="hierChild5" presStyleCnt="0"/>
      <dgm:spPr/>
    </dgm:pt>
    <dgm:pt modelId="{0D4E48E5-D053-427A-9FD3-79F50678CFF1}" type="pres">
      <dgm:prSet presAssocID="{BB100433-A127-480B-8E88-AFC5727DA012}" presName="Name37" presStyleLbl="parChTrans1D2" presStyleIdx="1" presStyleCnt="4"/>
      <dgm:spPr/>
    </dgm:pt>
    <dgm:pt modelId="{21FA9FFE-9C9A-4045-886C-E84277CEE6AB}" type="pres">
      <dgm:prSet presAssocID="{346CB8ED-D2AB-48BA-B9CB-DE2D4B34B4BD}" presName="hierRoot2" presStyleCnt="0">
        <dgm:presLayoutVars>
          <dgm:hierBranch val="init"/>
        </dgm:presLayoutVars>
      </dgm:prSet>
      <dgm:spPr/>
    </dgm:pt>
    <dgm:pt modelId="{FE313632-F67E-4B2A-869E-A183BF8E9598}" type="pres">
      <dgm:prSet presAssocID="{346CB8ED-D2AB-48BA-B9CB-DE2D4B34B4BD}" presName="rootComposite" presStyleCnt="0"/>
      <dgm:spPr/>
    </dgm:pt>
    <dgm:pt modelId="{6030DDB3-0CA0-4BBF-9EFE-75B79A49C456}" type="pres">
      <dgm:prSet presAssocID="{346CB8ED-D2AB-48BA-B9CB-DE2D4B34B4BD}" presName="rootText" presStyleLbl="node2" presStyleIdx="1" presStyleCnt="4" custLinFactY="43838" custLinFactNeighborX="60500" custLinFactNeighborY="1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C1B8A427-B4F0-4838-B26D-ED550913F8BF}" type="pres">
      <dgm:prSet presAssocID="{346CB8ED-D2AB-48BA-B9CB-DE2D4B34B4BD}" presName="rootConnector" presStyleLbl="node2" presStyleIdx="1" presStyleCnt="4"/>
      <dgm:spPr/>
    </dgm:pt>
    <dgm:pt modelId="{B69EF9BB-66A1-4CB1-99AE-5FF6156FCF6E}" type="pres">
      <dgm:prSet presAssocID="{346CB8ED-D2AB-48BA-B9CB-DE2D4B34B4BD}" presName="hierChild4" presStyleCnt="0"/>
      <dgm:spPr/>
    </dgm:pt>
    <dgm:pt modelId="{0DAD4835-9EF2-470E-8A62-362EA16D7DE1}" type="pres">
      <dgm:prSet presAssocID="{346CB8ED-D2AB-48BA-B9CB-DE2D4B34B4BD}" presName="hierChild5" presStyleCnt="0"/>
      <dgm:spPr/>
    </dgm:pt>
    <dgm:pt modelId="{D33C0D9C-9299-4CD3-AB58-1C64ECB9FDC7}" type="pres">
      <dgm:prSet presAssocID="{10192D25-FC89-4E8C-99C2-57884CBA8E70}" presName="Name37" presStyleLbl="parChTrans1D2" presStyleIdx="2" presStyleCnt="4"/>
      <dgm:spPr/>
    </dgm:pt>
    <dgm:pt modelId="{822BC380-E566-4F48-ACB6-DC7A018F07EE}" type="pres">
      <dgm:prSet presAssocID="{30BC4343-D940-4364-840A-762631286406}" presName="hierRoot2" presStyleCnt="0">
        <dgm:presLayoutVars>
          <dgm:hierBranch val="init"/>
        </dgm:presLayoutVars>
      </dgm:prSet>
      <dgm:spPr/>
    </dgm:pt>
    <dgm:pt modelId="{16DFD276-C7BA-4D82-B4AB-4FA807207772}" type="pres">
      <dgm:prSet presAssocID="{30BC4343-D940-4364-840A-762631286406}" presName="rootComposite" presStyleCnt="0"/>
      <dgm:spPr/>
    </dgm:pt>
    <dgm:pt modelId="{749EAFAE-36EF-4094-9289-34E77925F8A6}" type="pres">
      <dgm:prSet presAssocID="{30BC4343-D940-4364-840A-762631286406}" presName="rootText" presStyleLbl="node2" presStyleIdx="2" presStyleCnt="4" custLinFactNeighborX="745" custLinFactNeighborY="0">
        <dgm:presLayoutVars>
          <dgm:chPref val="3"/>
        </dgm:presLayoutVars>
      </dgm:prSet>
      <dgm:spPr/>
    </dgm:pt>
    <dgm:pt modelId="{E4E6A31F-8718-4EB9-8155-1DF99C549C9D}" type="pres">
      <dgm:prSet presAssocID="{30BC4343-D940-4364-840A-762631286406}" presName="rootConnector" presStyleLbl="node2" presStyleIdx="2" presStyleCnt="4"/>
      <dgm:spPr/>
    </dgm:pt>
    <dgm:pt modelId="{056CC56E-A1E6-417C-9AD7-A4399755BCCB}" type="pres">
      <dgm:prSet presAssocID="{30BC4343-D940-4364-840A-762631286406}" presName="hierChild4" presStyleCnt="0"/>
      <dgm:spPr/>
    </dgm:pt>
    <dgm:pt modelId="{67BA1EA8-63BE-4BC4-8A23-510A95D455C5}" type="pres">
      <dgm:prSet presAssocID="{30BC4343-D940-4364-840A-762631286406}" presName="hierChild5" presStyleCnt="0"/>
      <dgm:spPr/>
    </dgm:pt>
    <dgm:pt modelId="{0A75AB1A-064B-4700-B886-9D2089810322}" type="pres">
      <dgm:prSet presAssocID="{5CC35A62-499F-4F78-8DC2-0B6D0D415D65}" presName="Name37" presStyleLbl="parChTrans1D2" presStyleIdx="3" presStyleCnt="4"/>
      <dgm:spPr/>
    </dgm:pt>
    <dgm:pt modelId="{D52EB9AC-CA73-46BB-B4F5-7D4E0776634E}" type="pres">
      <dgm:prSet presAssocID="{51FBF658-7DAC-443E-B66C-29B02FAEB6E3}" presName="hierRoot2" presStyleCnt="0">
        <dgm:presLayoutVars>
          <dgm:hierBranch val="init"/>
        </dgm:presLayoutVars>
      </dgm:prSet>
      <dgm:spPr/>
    </dgm:pt>
    <dgm:pt modelId="{6F2AFD53-8985-4F73-B3A8-15FEA1249CEE}" type="pres">
      <dgm:prSet presAssocID="{51FBF658-7DAC-443E-B66C-29B02FAEB6E3}" presName="rootComposite" presStyleCnt="0"/>
      <dgm:spPr/>
    </dgm:pt>
    <dgm:pt modelId="{4B58BA52-101E-4A35-AE35-7D35DCE2FFE1}" type="pres">
      <dgm:prSet presAssocID="{51FBF658-7DAC-443E-B66C-29B02FAEB6E3}" presName="rootText" presStyleLbl="node2" presStyleIdx="3" presStyleCnt="4" custLinFactNeighborX="-4915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FD58F6B-37F3-4183-8BE0-43CEED1D3787}" type="pres">
      <dgm:prSet presAssocID="{51FBF658-7DAC-443E-B66C-29B02FAEB6E3}" presName="rootConnector" presStyleLbl="node2" presStyleIdx="3" presStyleCnt="4"/>
      <dgm:spPr/>
    </dgm:pt>
    <dgm:pt modelId="{B1CCE177-C740-42EA-A829-E08FE44717E0}" type="pres">
      <dgm:prSet presAssocID="{51FBF658-7DAC-443E-B66C-29B02FAEB6E3}" presName="hierChild4" presStyleCnt="0"/>
      <dgm:spPr/>
    </dgm:pt>
    <dgm:pt modelId="{C83D07B3-CA0C-432E-A9B2-D603AB4CAF79}" type="pres">
      <dgm:prSet presAssocID="{51FBF658-7DAC-443E-B66C-29B02FAEB6E3}" presName="hierChild5" presStyleCnt="0"/>
      <dgm:spPr/>
    </dgm:pt>
    <dgm:pt modelId="{4C46EEF6-FFA0-4E68-9E77-65D4AE4E3D4D}" type="pres">
      <dgm:prSet presAssocID="{A5781858-AB5E-4F16-A26B-2E993590164F}" presName="hierChild3" presStyleCnt="0"/>
      <dgm:spPr/>
    </dgm:pt>
  </dgm:ptLst>
  <dgm:cxnLst>
    <dgm:cxn modelId="{E4FE6397-7C76-494D-BE4F-AE2470FEA1F4}" srcId="{A5781858-AB5E-4F16-A26B-2E993590164F}" destId="{BDB569EE-0CEB-4376-B7F3-00EDA9B6BF79}" srcOrd="0" destOrd="0" parTransId="{52689973-1DEC-43EB-AF03-B926098D77FD}" sibTransId="{0BA447C4-0961-462D-BA4C-02041AEC5269}"/>
    <dgm:cxn modelId="{7700EB6E-384F-4EC8-BCDA-9DEE62688DBA}" type="presOf" srcId="{52689973-1DEC-43EB-AF03-B926098D77FD}" destId="{DD7E7E52-97DA-4EAC-88FC-92285D8E0912}" srcOrd="0" destOrd="0" presId="urn:microsoft.com/office/officeart/2005/8/layout/orgChart1"/>
    <dgm:cxn modelId="{40BAF072-BB57-492B-BEC6-CAF2A6A63631}" srcId="{A5781858-AB5E-4F16-A26B-2E993590164F}" destId="{51FBF658-7DAC-443E-B66C-29B02FAEB6E3}" srcOrd="3" destOrd="0" parTransId="{5CC35A62-499F-4F78-8DC2-0B6D0D415D65}" sibTransId="{F53EE45C-E8AD-4715-A431-D461D355CAC8}"/>
    <dgm:cxn modelId="{C5566FF2-D6CA-431C-82D6-F61CB0F2E67C}" type="presOf" srcId="{BDB569EE-0CEB-4376-B7F3-00EDA9B6BF79}" destId="{060A0B19-C6FD-44E3-84A2-045F7C4A7727}" srcOrd="1" destOrd="0" presId="urn:microsoft.com/office/officeart/2005/8/layout/orgChart1"/>
    <dgm:cxn modelId="{136A260F-F8AE-4D6A-A487-4AB3B9AC3467}" type="presOf" srcId="{A5781858-AB5E-4F16-A26B-2E993590164F}" destId="{FBE8B46A-BFFB-48CC-BBCE-B2187CEE7B5E}" srcOrd="0" destOrd="0" presId="urn:microsoft.com/office/officeart/2005/8/layout/orgChart1"/>
    <dgm:cxn modelId="{28BB885C-0FC1-4BF8-B7E2-B2125E36DA77}" type="presOf" srcId="{30BC4343-D940-4364-840A-762631286406}" destId="{749EAFAE-36EF-4094-9289-34E77925F8A6}" srcOrd="0" destOrd="0" presId="urn:microsoft.com/office/officeart/2005/8/layout/orgChart1"/>
    <dgm:cxn modelId="{2DAD1025-0596-4AA9-A17C-AD6FDF145076}" type="presOf" srcId="{BDB569EE-0CEB-4376-B7F3-00EDA9B6BF79}" destId="{9A5751ED-717E-4AC8-B5F6-3439122A5CD7}" srcOrd="0" destOrd="0" presId="urn:microsoft.com/office/officeart/2005/8/layout/orgChart1"/>
    <dgm:cxn modelId="{594020BB-4F16-4FF1-AC8E-66232E67C51D}" srcId="{A5781858-AB5E-4F16-A26B-2E993590164F}" destId="{346CB8ED-D2AB-48BA-B9CB-DE2D4B34B4BD}" srcOrd="1" destOrd="0" parTransId="{BB100433-A127-480B-8E88-AFC5727DA012}" sibTransId="{33F4AAE5-28F7-4AB0-8E06-32DF07EDCB7D}"/>
    <dgm:cxn modelId="{BA9ECF24-5298-4900-B16B-6282EC9D9F2C}" type="presOf" srcId="{30BC4343-D940-4364-840A-762631286406}" destId="{E4E6A31F-8718-4EB9-8155-1DF99C549C9D}" srcOrd="1" destOrd="0" presId="urn:microsoft.com/office/officeart/2005/8/layout/orgChart1"/>
    <dgm:cxn modelId="{0C356799-D234-4DF2-90DC-744226F3E72F}" type="presOf" srcId="{346CB8ED-D2AB-48BA-B9CB-DE2D4B34B4BD}" destId="{6030DDB3-0CA0-4BBF-9EFE-75B79A49C456}" srcOrd="0" destOrd="0" presId="urn:microsoft.com/office/officeart/2005/8/layout/orgChart1"/>
    <dgm:cxn modelId="{D9EB1223-1E0E-41F5-8D5B-EC11DA72C9ED}" type="presOf" srcId="{10192D25-FC89-4E8C-99C2-57884CBA8E70}" destId="{D33C0D9C-9299-4CD3-AB58-1C64ECB9FDC7}" srcOrd="0" destOrd="0" presId="urn:microsoft.com/office/officeart/2005/8/layout/orgChart1"/>
    <dgm:cxn modelId="{15761FC2-E164-4E94-BDC4-7C57B366FF89}" srcId="{E50E7172-160D-414B-AB2A-A4FDFDB3F8C8}" destId="{A5781858-AB5E-4F16-A26B-2E993590164F}" srcOrd="0" destOrd="0" parTransId="{4A105E83-10BB-4CC6-8F4F-878946C4951C}" sibTransId="{5A789497-2659-4B83-B68E-BF6F6D3DDDF1}"/>
    <dgm:cxn modelId="{B639EE66-1BE2-43ED-B015-93C3F8D2BCB4}" type="presOf" srcId="{51FBF658-7DAC-443E-B66C-29B02FAEB6E3}" destId="{4B58BA52-101E-4A35-AE35-7D35DCE2FFE1}" srcOrd="0" destOrd="0" presId="urn:microsoft.com/office/officeart/2005/8/layout/orgChart1"/>
    <dgm:cxn modelId="{913437C1-16A0-4E54-8180-D6CE5BA30E8A}" type="presOf" srcId="{5CC35A62-499F-4F78-8DC2-0B6D0D415D65}" destId="{0A75AB1A-064B-4700-B886-9D2089810322}" srcOrd="0" destOrd="0" presId="urn:microsoft.com/office/officeart/2005/8/layout/orgChart1"/>
    <dgm:cxn modelId="{3C201030-B826-4C8C-85CD-5A897F729B3A}" type="presOf" srcId="{346CB8ED-D2AB-48BA-B9CB-DE2D4B34B4BD}" destId="{C1B8A427-B4F0-4838-B26D-ED550913F8BF}" srcOrd="1" destOrd="0" presId="urn:microsoft.com/office/officeart/2005/8/layout/orgChart1"/>
    <dgm:cxn modelId="{A91B58A3-C81D-4C23-AE4A-CB4839BD1610}" type="presOf" srcId="{A5781858-AB5E-4F16-A26B-2E993590164F}" destId="{4CB51A2B-A919-4581-A841-C9516D50E875}" srcOrd="1" destOrd="0" presId="urn:microsoft.com/office/officeart/2005/8/layout/orgChart1"/>
    <dgm:cxn modelId="{BC5787C6-BF3F-4A78-AA0E-C84E2148691A}" type="presOf" srcId="{BB100433-A127-480B-8E88-AFC5727DA012}" destId="{0D4E48E5-D053-427A-9FD3-79F50678CFF1}" srcOrd="0" destOrd="0" presId="urn:microsoft.com/office/officeart/2005/8/layout/orgChart1"/>
    <dgm:cxn modelId="{98F6E71B-33A8-4FE2-8F35-B19EB9C42010}" srcId="{A5781858-AB5E-4F16-A26B-2E993590164F}" destId="{30BC4343-D940-4364-840A-762631286406}" srcOrd="2" destOrd="0" parTransId="{10192D25-FC89-4E8C-99C2-57884CBA8E70}" sibTransId="{CFA13B3B-E35A-4017-A459-436175B898FC}"/>
    <dgm:cxn modelId="{4B805722-09D3-4BC2-A7B6-91786B72AB43}" type="presOf" srcId="{E50E7172-160D-414B-AB2A-A4FDFDB3F8C8}" destId="{7F3253DC-CB5B-44B2-8641-5FC0518339B4}" srcOrd="0" destOrd="0" presId="urn:microsoft.com/office/officeart/2005/8/layout/orgChart1"/>
    <dgm:cxn modelId="{8A6E094E-E875-4749-9638-BED397FB6AEA}" type="presOf" srcId="{51FBF658-7DAC-443E-B66C-29B02FAEB6E3}" destId="{DFD58F6B-37F3-4183-8BE0-43CEED1D3787}" srcOrd="1" destOrd="0" presId="urn:microsoft.com/office/officeart/2005/8/layout/orgChart1"/>
    <dgm:cxn modelId="{A688E5FF-24ED-4775-A4C1-82E2F7B06F87}" type="presParOf" srcId="{7F3253DC-CB5B-44B2-8641-5FC0518339B4}" destId="{5DE16CF3-B598-40F7-B339-2626E2C52216}" srcOrd="0" destOrd="0" presId="urn:microsoft.com/office/officeart/2005/8/layout/orgChart1"/>
    <dgm:cxn modelId="{0BEC27CF-302F-4AB4-9F73-4397F5A4941F}" type="presParOf" srcId="{5DE16CF3-B598-40F7-B339-2626E2C52216}" destId="{8DBC28EC-2933-4F37-8AC3-29463AD10FA9}" srcOrd="0" destOrd="0" presId="urn:microsoft.com/office/officeart/2005/8/layout/orgChart1"/>
    <dgm:cxn modelId="{6041182F-4D6F-47AF-BAB0-24A960C55CDC}" type="presParOf" srcId="{8DBC28EC-2933-4F37-8AC3-29463AD10FA9}" destId="{FBE8B46A-BFFB-48CC-BBCE-B2187CEE7B5E}" srcOrd="0" destOrd="0" presId="urn:microsoft.com/office/officeart/2005/8/layout/orgChart1"/>
    <dgm:cxn modelId="{9AD7D1C3-BC34-472D-B331-CB8DEF4C773F}" type="presParOf" srcId="{8DBC28EC-2933-4F37-8AC3-29463AD10FA9}" destId="{4CB51A2B-A919-4581-A841-C9516D50E875}" srcOrd="1" destOrd="0" presId="urn:microsoft.com/office/officeart/2005/8/layout/orgChart1"/>
    <dgm:cxn modelId="{53D11BC7-3D4B-418A-8698-427A7B9ACE4A}" type="presParOf" srcId="{5DE16CF3-B598-40F7-B339-2626E2C52216}" destId="{79EB5330-5878-4C19-8900-A67D89AFD11F}" srcOrd="1" destOrd="0" presId="urn:microsoft.com/office/officeart/2005/8/layout/orgChart1"/>
    <dgm:cxn modelId="{2FA277E1-67E4-4F59-9053-54F260BA0A8E}" type="presParOf" srcId="{79EB5330-5878-4C19-8900-A67D89AFD11F}" destId="{DD7E7E52-97DA-4EAC-88FC-92285D8E0912}" srcOrd="0" destOrd="0" presId="urn:microsoft.com/office/officeart/2005/8/layout/orgChart1"/>
    <dgm:cxn modelId="{2CC0C365-3B0B-4322-B4B6-E139CC040687}" type="presParOf" srcId="{79EB5330-5878-4C19-8900-A67D89AFD11F}" destId="{91973457-B72D-4524-BEE7-53A779BA218D}" srcOrd="1" destOrd="0" presId="urn:microsoft.com/office/officeart/2005/8/layout/orgChart1"/>
    <dgm:cxn modelId="{E1E14CE0-7F93-4970-AB8A-3B4DF1E2CBF0}" type="presParOf" srcId="{91973457-B72D-4524-BEE7-53A779BA218D}" destId="{52FE826A-F44E-4C79-949C-5A604C8CA086}" srcOrd="0" destOrd="0" presId="urn:microsoft.com/office/officeart/2005/8/layout/orgChart1"/>
    <dgm:cxn modelId="{3BC3D953-AA61-4F3F-B17D-F55AB6E39D36}" type="presParOf" srcId="{52FE826A-F44E-4C79-949C-5A604C8CA086}" destId="{9A5751ED-717E-4AC8-B5F6-3439122A5CD7}" srcOrd="0" destOrd="0" presId="urn:microsoft.com/office/officeart/2005/8/layout/orgChart1"/>
    <dgm:cxn modelId="{5AE42BA9-DB18-49DD-B427-F16EBD44D02C}" type="presParOf" srcId="{52FE826A-F44E-4C79-949C-5A604C8CA086}" destId="{060A0B19-C6FD-44E3-84A2-045F7C4A7727}" srcOrd="1" destOrd="0" presId="urn:microsoft.com/office/officeart/2005/8/layout/orgChart1"/>
    <dgm:cxn modelId="{13CEE335-01B8-457A-8D71-94E8B9FD95A1}" type="presParOf" srcId="{91973457-B72D-4524-BEE7-53A779BA218D}" destId="{59111FE7-461D-4143-8F73-11DFEADB160F}" srcOrd="1" destOrd="0" presId="urn:microsoft.com/office/officeart/2005/8/layout/orgChart1"/>
    <dgm:cxn modelId="{9323E8DD-5087-4A93-A374-53C60FC107CB}" type="presParOf" srcId="{91973457-B72D-4524-BEE7-53A779BA218D}" destId="{E4D34DAF-5D2D-4BA3-BD8E-EE45D9FB95B1}" srcOrd="2" destOrd="0" presId="urn:microsoft.com/office/officeart/2005/8/layout/orgChart1"/>
    <dgm:cxn modelId="{6972E38F-1E9F-41DB-9F6F-3E340277F0AC}" type="presParOf" srcId="{79EB5330-5878-4C19-8900-A67D89AFD11F}" destId="{0D4E48E5-D053-427A-9FD3-79F50678CFF1}" srcOrd="2" destOrd="0" presId="urn:microsoft.com/office/officeart/2005/8/layout/orgChart1"/>
    <dgm:cxn modelId="{3DFEADC3-B6CC-44B1-BA04-24139B2863EF}" type="presParOf" srcId="{79EB5330-5878-4C19-8900-A67D89AFD11F}" destId="{21FA9FFE-9C9A-4045-886C-E84277CEE6AB}" srcOrd="3" destOrd="0" presId="urn:microsoft.com/office/officeart/2005/8/layout/orgChart1"/>
    <dgm:cxn modelId="{0240594A-B4DB-40C4-AC72-3E5637F4AC97}" type="presParOf" srcId="{21FA9FFE-9C9A-4045-886C-E84277CEE6AB}" destId="{FE313632-F67E-4B2A-869E-A183BF8E9598}" srcOrd="0" destOrd="0" presId="urn:microsoft.com/office/officeart/2005/8/layout/orgChart1"/>
    <dgm:cxn modelId="{C8B2EA1B-268B-4315-9ED3-267FF325001B}" type="presParOf" srcId="{FE313632-F67E-4B2A-869E-A183BF8E9598}" destId="{6030DDB3-0CA0-4BBF-9EFE-75B79A49C456}" srcOrd="0" destOrd="0" presId="urn:microsoft.com/office/officeart/2005/8/layout/orgChart1"/>
    <dgm:cxn modelId="{5EE6793D-084F-4DEA-9C0F-9335633266C9}" type="presParOf" srcId="{FE313632-F67E-4B2A-869E-A183BF8E9598}" destId="{C1B8A427-B4F0-4838-B26D-ED550913F8BF}" srcOrd="1" destOrd="0" presId="urn:microsoft.com/office/officeart/2005/8/layout/orgChart1"/>
    <dgm:cxn modelId="{BC769979-DBD4-4F45-92CD-C2820AAC9ECC}" type="presParOf" srcId="{21FA9FFE-9C9A-4045-886C-E84277CEE6AB}" destId="{B69EF9BB-66A1-4CB1-99AE-5FF6156FCF6E}" srcOrd="1" destOrd="0" presId="urn:microsoft.com/office/officeart/2005/8/layout/orgChart1"/>
    <dgm:cxn modelId="{74774841-8CE7-4857-92F9-1BFE56F4F5D2}" type="presParOf" srcId="{21FA9FFE-9C9A-4045-886C-E84277CEE6AB}" destId="{0DAD4835-9EF2-470E-8A62-362EA16D7DE1}" srcOrd="2" destOrd="0" presId="urn:microsoft.com/office/officeart/2005/8/layout/orgChart1"/>
    <dgm:cxn modelId="{CD88ECF0-0943-4C00-B1CC-5F2A80BB1311}" type="presParOf" srcId="{79EB5330-5878-4C19-8900-A67D89AFD11F}" destId="{D33C0D9C-9299-4CD3-AB58-1C64ECB9FDC7}" srcOrd="4" destOrd="0" presId="urn:microsoft.com/office/officeart/2005/8/layout/orgChart1"/>
    <dgm:cxn modelId="{53EEF706-693E-4F62-9BD5-F5F4EBEE68DC}" type="presParOf" srcId="{79EB5330-5878-4C19-8900-A67D89AFD11F}" destId="{822BC380-E566-4F48-ACB6-DC7A018F07EE}" srcOrd="5" destOrd="0" presId="urn:microsoft.com/office/officeart/2005/8/layout/orgChart1"/>
    <dgm:cxn modelId="{50FCF908-F3BD-47C1-9A70-6A633B227856}" type="presParOf" srcId="{822BC380-E566-4F48-ACB6-DC7A018F07EE}" destId="{16DFD276-C7BA-4D82-B4AB-4FA807207772}" srcOrd="0" destOrd="0" presId="urn:microsoft.com/office/officeart/2005/8/layout/orgChart1"/>
    <dgm:cxn modelId="{82CDE74D-C976-4079-B1F0-90C6D5B3D920}" type="presParOf" srcId="{16DFD276-C7BA-4D82-B4AB-4FA807207772}" destId="{749EAFAE-36EF-4094-9289-34E77925F8A6}" srcOrd="0" destOrd="0" presId="urn:microsoft.com/office/officeart/2005/8/layout/orgChart1"/>
    <dgm:cxn modelId="{B71A8325-F2DB-4EF1-8775-72BFC270597E}" type="presParOf" srcId="{16DFD276-C7BA-4D82-B4AB-4FA807207772}" destId="{E4E6A31F-8718-4EB9-8155-1DF99C549C9D}" srcOrd="1" destOrd="0" presId="urn:microsoft.com/office/officeart/2005/8/layout/orgChart1"/>
    <dgm:cxn modelId="{A5478C6C-3D94-484A-87B1-0F4594424CCB}" type="presParOf" srcId="{822BC380-E566-4F48-ACB6-DC7A018F07EE}" destId="{056CC56E-A1E6-417C-9AD7-A4399755BCCB}" srcOrd="1" destOrd="0" presId="urn:microsoft.com/office/officeart/2005/8/layout/orgChart1"/>
    <dgm:cxn modelId="{A64F3D07-A94C-4332-ADA9-F5D1B89F0667}" type="presParOf" srcId="{822BC380-E566-4F48-ACB6-DC7A018F07EE}" destId="{67BA1EA8-63BE-4BC4-8A23-510A95D455C5}" srcOrd="2" destOrd="0" presId="urn:microsoft.com/office/officeart/2005/8/layout/orgChart1"/>
    <dgm:cxn modelId="{01E1F3A4-BDFE-417F-B5BC-37422E9BB1AE}" type="presParOf" srcId="{79EB5330-5878-4C19-8900-A67D89AFD11F}" destId="{0A75AB1A-064B-4700-B886-9D2089810322}" srcOrd="6" destOrd="0" presId="urn:microsoft.com/office/officeart/2005/8/layout/orgChart1"/>
    <dgm:cxn modelId="{57CF25BD-F911-4C62-B669-B4FBB47FD07A}" type="presParOf" srcId="{79EB5330-5878-4C19-8900-A67D89AFD11F}" destId="{D52EB9AC-CA73-46BB-B4F5-7D4E0776634E}" srcOrd="7" destOrd="0" presId="urn:microsoft.com/office/officeart/2005/8/layout/orgChart1"/>
    <dgm:cxn modelId="{0FC65D74-DAD6-46D3-91EF-D7283D39E899}" type="presParOf" srcId="{D52EB9AC-CA73-46BB-B4F5-7D4E0776634E}" destId="{6F2AFD53-8985-4F73-B3A8-15FEA1249CEE}" srcOrd="0" destOrd="0" presId="urn:microsoft.com/office/officeart/2005/8/layout/orgChart1"/>
    <dgm:cxn modelId="{CCA4F43E-AF1F-4C5A-B812-942A17321081}" type="presParOf" srcId="{6F2AFD53-8985-4F73-B3A8-15FEA1249CEE}" destId="{4B58BA52-101E-4A35-AE35-7D35DCE2FFE1}" srcOrd="0" destOrd="0" presId="urn:microsoft.com/office/officeart/2005/8/layout/orgChart1"/>
    <dgm:cxn modelId="{D68F4066-427C-4457-9385-44B0A549015E}" type="presParOf" srcId="{6F2AFD53-8985-4F73-B3A8-15FEA1249CEE}" destId="{DFD58F6B-37F3-4183-8BE0-43CEED1D3787}" srcOrd="1" destOrd="0" presId="urn:microsoft.com/office/officeart/2005/8/layout/orgChart1"/>
    <dgm:cxn modelId="{D837201A-88E0-4B36-8B6B-CF9862845AC8}" type="presParOf" srcId="{D52EB9AC-CA73-46BB-B4F5-7D4E0776634E}" destId="{B1CCE177-C740-42EA-A829-E08FE44717E0}" srcOrd="1" destOrd="0" presId="urn:microsoft.com/office/officeart/2005/8/layout/orgChart1"/>
    <dgm:cxn modelId="{DA177830-D627-4A79-BB11-A0783102FE36}" type="presParOf" srcId="{D52EB9AC-CA73-46BB-B4F5-7D4E0776634E}" destId="{C83D07B3-CA0C-432E-A9B2-D603AB4CAF79}" srcOrd="2" destOrd="0" presId="urn:microsoft.com/office/officeart/2005/8/layout/orgChart1"/>
    <dgm:cxn modelId="{9B60BF99-F10A-40A8-9432-A8126DA1BCDD}" type="presParOf" srcId="{5DE16CF3-B598-40F7-B339-2626E2C52216}" destId="{4C46EEF6-FFA0-4E68-9E77-65D4AE4E3D4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75AB1A-064B-4700-B886-9D2089810322}">
      <dsp:nvSpPr>
        <dsp:cNvPr id="0" name=""/>
        <dsp:cNvSpPr/>
      </dsp:nvSpPr>
      <dsp:spPr>
        <a:xfrm>
          <a:off x="3788553" y="2228643"/>
          <a:ext cx="2886866" cy="3433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1657"/>
              </a:lnTo>
              <a:lnTo>
                <a:pt x="2886866" y="171657"/>
              </a:lnTo>
              <a:lnTo>
                <a:pt x="2886866" y="3433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3C0D9C-9299-4CD3-AB58-1C64ECB9FDC7}">
      <dsp:nvSpPr>
        <dsp:cNvPr id="0" name=""/>
        <dsp:cNvSpPr/>
      </dsp:nvSpPr>
      <dsp:spPr>
        <a:xfrm>
          <a:off x="3788553" y="2228643"/>
          <a:ext cx="1001252" cy="3433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1657"/>
              </a:lnTo>
              <a:lnTo>
                <a:pt x="1001252" y="171657"/>
              </a:lnTo>
              <a:lnTo>
                <a:pt x="1001252" y="3433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4E48E5-D053-427A-9FD3-79F50678CFF1}">
      <dsp:nvSpPr>
        <dsp:cNvPr id="0" name=""/>
        <dsp:cNvSpPr/>
      </dsp:nvSpPr>
      <dsp:spPr>
        <a:xfrm>
          <a:off x="3742833" y="2228643"/>
          <a:ext cx="91440" cy="151906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1906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7E7E52-97DA-4EAC-88FC-92285D8E0912}">
      <dsp:nvSpPr>
        <dsp:cNvPr id="0" name=""/>
        <dsp:cNvSpPr/>
      </dsp:nvSpPr>
      <dsp:spPr>
        <a:xfrm>
          <a:off x="2540768" y="2228643"/>
          <a:ext cx="1247784" cy="360987"/>
        </a:xfrm>
        <a:custGeom>
          <a:avLst/>
          <a:gdLst/>
          <a:ahLst/>
          <a:cxnLst/>
          <a:rect l="0" t="0" r="0" b="0"/>
          <a:pathLst>
            <a:path>
              <a:moveTo>
                <a:pt x="1247784" y="0"/>
              </a:moveTo>
              <a:lnTo>
                <a:pt x="1247784" y="189329"/>
              </a:lnTo>
              <a:lnTo>
                <a:pt x="0" y="189329"/>
              </a:lnTo>
              <a:lnTo>
                <a:pt x="0" y="36098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E8B46A-BFFB-48CC-BBCE-B2187CEE7B5E}">
      <dsp:nvSpPr>
        <dsp:cNvPr id="0" name=""/>
        <dsp:cNvSpPr/>
      </dsp:nvSpPr>
      <dsp:spPr>
        <a:xfrm>
          <a:off x="2971137" y="1411227"/>
          <a:ext cx="1634830" cy="817415"/>
        </a:xfrm>
        <a:prstGeom prst="rect">
          <a:avLst/>
        </a:prstGeom>
        <a:solidFill>
          <a:srgbClr val="036A9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/>
            <a:t>Информация</a:t>
          </a:r>
          <a:endParaRPr lang="ru-RU" sz="2200" kern="1200" dirty="0"/>
        </a:p>
      </dsp:txBody>
      <dsp:txXfrm>
        <a:off x="2971137" y="1411227"/>
        <a:ext cx="1634830" cy="817415"/>
      </dsp:txXfrm>
    </dsp:sp>
    <dsp:sp modelId="{9A5751ED-717E-4AC8-B5F6-3439122A5CD7}">
      <dsp:nvSpPr>
        <dsp:cNvPr id="0" name=""/>
        <dsp:cNvSpPr/>
      </dsp:nvSpPr>
      <dsp:spPr>
        <a:xfrm>
          <a:off x="1723352" y="2589630"/>
          <a:ext cx="1634830" cy="817415"/>
        </a:xfrm>
        <a:prstGeom prst="rect">
          <a:avLst/>
        </a:prstGeom>
        <a:solidFill>
          <a:srgbClr val="036A9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/>
            <a:t>Словесная</a:t>
          </a:r>
          <a:endParaRPr lang="ru-RU" sz="2200" kern="1200" dirty="0"/>
        </a:p>
      </dsp:txBody>
      <dsp:txXfrm>
        <a:off x="1723352" y="2589630"/>
        <a:ext cx="1634830" cy="817415"/>
      </dsp:txXfrm>
    </dsp:sp>
    <dsp:sp modelId="{6030DDB3-0CA0-4BBF-9EFE-75B79A49C456}">
      <dsp:nvSpPr>
        <dsp:cNvPr id="0" name=""/>
        <dsp:cNvSpPr/>
      </dsp:nvSpPr>
      <dsp:spPr>
        <a:xfrm>
          <a:off x="2971137" y="3747711"/>
          <a:ext cx="1634830" cy="817415"/>
        </a:xfrm>
        <a:prstGeom prst="rect">
          <a:avLst/>
        </a:prstGeom>
        <a:solidFill>
          <a:srgbClr val="036A9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/>
            <a:t>Графическая</a:t>
          </a:r>
          <a:endParaRPr lang="ru-RU" sz="2200" kern="1200" dirty="0"/>
        </a:p>
      </dsp:txBody>
      <dsp:txXfrm>
        <a:off x="2971137" y="3747711"/>
        <a:ext cx="1634830" cy="817415"/>
      </dsp:txXfrm>
    </dsp:sp>
    <dsp:sp modelId="{749EAFAE-36EF-4094-9289-34E77925F8A6}">
      <dsp:nvSpPr>
        <dsp:cNvPr id="0" name=""/>
        <dsp:cNvSpPr/>
      </dsp:nvSpPr>
      <dsp:spPr>
        <a:xfrm>
          <a:off x="3972389" y="2571957"/>
          <a:ext cx="1634830" cy="817415"/>
        </a:xfrm>
        <a:prstGeom prst="rect">
          <a:avLst/>
        </a:prstGeom>
        <a:solidFill>
          <a:srgbClr val="036A9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/>
            <a:t>Звуковая</a:t>
          </a:r>
          <a:endParaRPr lang="ru-RU" sz="2200" kern="1200" dirty="0"/>
        </a:p>
      </dsp:txBody>
      <dsp:txXfrm>
        <a:off x="3972389" y="2571957"/>
        <a:ext cx="1634830" cy="817415"/>
      </dsp:txXfrm>
    </dsp:sp>
    <dsp:sp modelId="{4B58BA52-101E-4A35-AE35-7D35DCE2FFE1}">
      <dsp:nvSpPr>
        <dsp:cNvPr id="0" name=""/>
        <dsp:cNvSpPr/>
      </dsp:nvSpPr>
      <dsp:spPr>
        <a:xfrm>
          <a:off x="5858003" y="2571957"/>
          <a:ext cx="1634830" cy="817415"/>
        </a:xfrm>
        <a:prstGeom prst="rect">
          <a:avLst/>
        </a:prstGeom>
        <a:solidFill>
          <a:srgbClr val="036A9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/>
            <a:t>Числовая</a:t>
          </a:r>
          <a:endParaRPr lang="ru-RU" sz="2200" kern="1200" dirty="0"/>
        </a:p>
      </dsp:txBody>
      <dsp:txXfrm>
        <a:off x="5858003" y="2571957"/>
        <a:ext cx="1634830" cy="8174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063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554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4649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6983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46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2026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9803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091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208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593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6A74D-00E2-4053-844B-0BA1E7F43998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09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33939" y="1678954"/>
            <a:ext cx="9144000" cy="2387600"/>
          </a:xfrm>
        </p:spPr>
        <p:txBody>
          <a:bodyPr>
            <a:no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Информация и информационные процессы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33939" y="4158629"/>
            <a:ext cx="9144000" cy="1655762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Информация: определение, формы, свойства</a:t>
            </a:r>
          </a:p>
          <a:p>
            <a:r>
              <a:rPr lang="ru-RU" dirty="0" smtClean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Информационные процессы</a:t>
            </a:r>
            <a:endParaRPr lang="ru-RU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5529" y="241405"/>
            <a:ext cx="2684820" cy="98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815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Схема 11"/>
          <p:cNvGraphicFramePr/>
          <p:nvPr>
            <p:extLst>
              <p:ext uri="{D42A27DB-BD31-4B8C-83A1-F6EECF244321}">
                <p14:modId xmlns:p14="http://schemas.microsoft.com/office/powerpoint/2010/main" val="1570867657"/>
              </p:ext>
            </p:extLst>
          </p:nvPr>
        </p:nvGraphicFramePr>
        <p:xfrm>
          <a:off x="4500665" y="1762540"/>
          <a:ext cx="7577106" cy="4800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8617" y="436977"/>
            <a:ext cx="6635398" cy="1325563"/>
          </a:xfrm>
        </p:spPr>
        <p:txBody>
          <a:bodyPr>
            <a:noAutofit/>
          </a:bodyPr>
          <a:lstStyle/>
          <a:p>
            <a:r>
              <a:rPr lang="ru-RU" sz="4800" b="1" dirty="0">
                <a:solidFill>
                  <a:srgbClr val="2A017B"/>
                </a:solidFill>
              </a:rPr>
              <a:t>Что такое информация</a:t>
            </a:r>
            <a:r>
              <a:rPr lang="ru-RU" sz="4800" b="1" dirty="0" smtClean="0">
                <a:solidFill>
                  <a:srgbClr val="2A017B"/>
                </a:solidFill>
              </a:rPr>
              <a:t>?</a:t>
            </a:r>
            <a:endParaRPr lang="ru-RU" sz="4800" dirty="0">
              <a:solidFill>
                <a:srgbClr val="2A017B"/>
              </a:solidFill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069" y="1762540"/>
            <a:ext cx="4548809" cy="45488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25357" y="1507897"/>
            <a:ext cx="4904061" cy="1418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Информация</a:t>
            </a:r>
            <a:r>
              <a:rPr lang="ru-RU" sz="2000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 — данные, которые в определенной форме хранятся на каком-либо носителе. </a:t>
            </a:r>
            <a:endParaRPr lang="ru-RU" sz="2000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238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8617" y="436977"/>
            <a:ext cx="6635398" cy="1325563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solidFill>
                  <a:srgbClr val="2A017B"/>
                </a:solidFill>
              </a:rPr>
              <a:t>Свойства информации</a:t>
            </a:r>
            <a:endParaRPr lang="ru-RU" sz="4800" dirty="0">
              <a:solidFill>
                <a:srgbClr val="2A017B"/>
              </a:solidFill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</p:spPr>
      </p:pic>
      <p:sp>
        <p:nvSpPr>
          <p:cNvPr id="11" name="TextBox 10"/>
          <p:cNvSpPr txBox="1"/>
          <p:nvPr/>
        </p:nvSpPr>
        <p:spPr>
          <a:xfrm>
            <a:off x="6762645" y="1584156"/>
            <a:ext cx="4858338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Объективность </a:t>
            </a:r>
            <a:r>
              <a:rPr lang="ru-RU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— не зависит от чьего-либо мнения.</a:t>
            </a:r>
          </a:p>
          <a:p>
            <a:pPr>
              <a:lnSpc>
                <a:spcPct val="150000"/>
              </a:lnSpc>
            </a:pPr>
            <a:r>
              <a:rPr lang="ru-RU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Достоверность </a:t>
            </a:r>
            <a:r>
              <a:rPr lang="ru-RU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— отражает истинное положение дел.</a:t>
            </a:r>
          </a:p>
          <a:p>
            <a:pPr>
              <a:lnSpc>
                <a:spcPct val="150000"/>
              </a:lnSpc>
            </a:pPr>
            <a:r>
              <a:rPr lang="ru-RU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Полнота </a:t>
            </a:r>
            <a:r>
              <a:rPr lang="ru-RU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— её достаточно для понимания и принятия решения.</a:t>
            </a:r>
          </a:p>
          <a:p>
            <a:pPr>
              <a:lnSpc>
                <a:spcPct val="150000"/>
              </a:lnSpc>
            </a:pPr>
            <a:r>
              <a:rPr lang="ru-RU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Актуальность </a:t>
            </a:r>
            <a:r>
              <a:rPr lang="ru-RU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— важна и существенна в данный момент.</a:t>
            </a:r>
          </a:p>
          <a:p>
            <a:pPr>
              <a:lnSpc>
                <a:spcPct val="150000"/>
              </a:lnSpc>
            </a:pPr>
            <a:r>
              <a:rPr lang="ru-RU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Понятность </a:t>
            </a:r>
            <a:r>
              <a:rPr lang="ru-RU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— выражена на языке, доступном для получателя</a:t>
            </a:r>
            <a:r>
              <a:rPr lang="ru-RU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ru-RU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Ценность </a:t>
            </a:r>
            <a:r>
              <a:rPr lang="ru-RU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— полезна для решения задач.</a:t>
            </a:r>
            <a:endParaRPr lang="ru-RU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463" y="1696989"/>
            <a:ext cx="4648199" cy="464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149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8616" y="436977"/>
            <a:ext cx="7526649" cy="1325563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solidFill>
                  <a:srgbClr val="2A017B"/>
                </a:solidFill>
              </a:rPr>
              <a:t>Информационные процессы</a:t>
            </a:r>
            <a:endParaRPr lang="ru-RU" sz="4800" dirty="0">
              <a:solidFill>
                <a:srgbClr val="2A017B"/>
              </a:solidFill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</p:spPr>
      </p:pic>
      <p:sp>
        <p:nvSpPr>
          <p:cNvPr id="11" name="TextBox 10"/>
          <p:cNvSpPr txBox="1"/>
          <p:nvPr/>
        </p:nvSpPr>
        <p:spPr>
          <a:xfrm>
            <a:off x="6683827" y="1689681"/>
            <a:ext cx="4845565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Передача</a:t>
            </a:r>
            <a:r>
              <a:rPr lang="en-US" b="1" dirty="0">
                <a:latin typeface="Golos Text" panose="020B0503020202020204" pitchFamily="34" charset="0"/>
                <a:ea typeface="Golos Text" panose="020B0503020202020204" pitchFamily="34" charset="0"/>
              </a:rPr>
              <a:t>.</a:t>
            </a:r>
            <a:r>
              <a:rPr lang="ru-RU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 </a:t>
            </a:r>
            <a:r>
              <a:rPr lang="ru-RU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Источник -&gt; Канал связи -&gt; Приёмник.</a:t>
            </a:r>
          </a:p>
          <a:p>
            <a:pPr>
              <a:lnSpc>
                <a:spcPct val="150000"/>
              </a:lnSpc>
            </a:pPr>
            <a:r>
              <a:rPr lang="ru-RU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Обработка</a:t>
            </a:r>
            <a:r>
              <a:rPr lang="en-US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.</a:t>
            </a:r>
            <a:r>
              <a:rPr lang="ru-RU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 </a:t>
            </a:r>
            <a:r>
              <a:rPr lang="ru-RU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Преобразование информации из одного вида в другой</a:t>
            </a:r>
            <a:r>
              <a:rPr lang="en-US" dirty="0">
                <a:latin typeface="Golos Text" panose="020B0503020202020204" pitchFamily="34" charset="0"/>
                <a:ea typeface="Golos Text" panose="020B0503020202020204" pitchFamily="34" charset="0"/>
              </a:rPr>
              <a:t>.</a:t>
            </a:r>
            <a:endParaRPr lang="ru-RU" dirty="0" smtClean="0">
              <a:latin typeface="Golos Text" panose="020B0503020202020204" pitchFamily="34" charset="0"/>
              <a:ea typeface="Golos Text" panose="020B0503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Хранение</a:t>
            </a:r>
            <a:r>
              <a:rPr lang="en-US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.</a:t>
            </a:r>
            <a:r>
              <a:rPr lang="ru-RU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 </a:t>
            </a:r>
            <a:r>
              <a:rPr lang="ru-RU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Сохранение информации для дальнейшего использования</a:t>
            </a:r>
            <a:r>
              <a:rPr lang="en-US" dirty="0">
                <a:latin typeface="Golos Text" panose="020B0503020202020204" pitchFamily="34" charset="0"/>
                <a:ea typeface="Golos Text" panose="020B0503020202020204" pitchFamily="34" charset="0"/>
              </a:rPr>
              <a:t>.</a:t>
            </a:r>
            <a:endParaRPr lang="ru-RU" dirty="0" smtClean="0">
              <a:latin typeface="Golos Text" panose="020B0503020202020204" pitchFamily="34" charset="0"/>
              <a:ea typeface="Golos Text" panose="020B0503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Поиск</a:t>
            </a:r>
            <a:r>
              <a:rPr lang="en-US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.</a:t>
            </a:r>
            <a:r>
              <a:rPr lang="ru-RU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 </a:t>
            </a:r>
            <a:r>
              <a:rPr lang="ru-RU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Извлечение хранимой информации</a:t>
            </a:r>
          </a:p>
          <a:p>
            <a:pPr>
              <a:lnSpc>
                <a:spcPct val="150000"/>
              </a:lnSpc>
            </a:pPr>
            <a:r>
              <a:rPr lang="ru-RU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Защита</a:t>
            </a:r>
            <a:r>
              <a:rPr lang="en-US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.</a:t>
            </a:r>
            <a:r>
              <a:rPr lang="ru-RU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 </a:t>
            </a:r>
            <a:r>
              <a:rPr lang="ru-RU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Предотвращение утери, искажения или несанкционированного доступа</a:t>
            </a:r>
            <a:endParaRPr lang="ru-RU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813" y="1762540"/>
            <a:ext cx="4508736" cy="450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28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054" y="324239"/>
            <a:ext cx="7526649" cy="1325563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solidFill>
                  <a:srgbClr val="2A017B"/>
                </a:solidFill>
              </a:rPr>
              <a:t>Как видит информацию компьютер?</a:t>
            </a:r>
            <a:endParaRPr lang="ru-RU" sz="4800" dirty="0">
              <a:solidFill>
                <a:srgbClr val="2A017B"/>
              </a:solidFill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</p:spPr>
      </p:pic>
      <p:sp>
        <p:nvSpPr>
          <p:cNvPr id="11" name="TextBox 10"/>
          <p:cNvSpPr txBox="1"/>
          <p:nvPr/>
        </p:nvSpPr>
        <p:spPr>
          <a:xfrm>
            <a:off x="6118640" y="1501790"/>
            <a:ext cx="59030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Текст:</a:t>
            </a:r>
            <a:r>
              <a:rPr lang="ru-RU" dirty="0"/>
              <a:t> Каждому символу (букве, цифре, знаку) присваивается уникальный числовой код (таблицы ASCII, </a:t>
            </a:r>
            <a:r>
              <a:rPr lang="ru-RU" dirty="0" err="1"/>
              <a:t>Unicode</a:t>
            </a:r>
            <a:r>
              <a:rPr lang="ru-RU" dirty="0" smtClean="0"/>
              <a:t>).</a:t>
            </a:r>
            <a:endParaRPr lang="en-US" dirty="0" smtClean="0"/>
          </a:p>
          <a:p>
            <a:r>
              <a:rPr lang="ru-RU" b="1" dirty="0"/>
              <a:t>Числа:</a:t>
            </a:r>
            <a:r>
              <a:rPr lang="ru-RU" dirty="0"/>
              <a:t> Числа хранятся и обрабатываются в двоичной системе счисления.</a:t>
            </a:r>
          </a:p>
          <a:p>
            <a:r>
              <a:rPr lang="ru-RU" b="1" dirty="0"/>
              <a:t>Изображение:</a:t>
            </a:r>
            <a:r>
              <a:rPr lang="ru-RU" dirty="0"/>
              <a:t> Картинка разбивается на мелкие точки (пиксели). Каждый пиксель имеет свой числовой код, определяющий его цвет.</a:t>
            </a:r>
          </a:p>
          <a:p>
            <a:r>
              <a:rPr lang="ru-RU" b="1" dirty="0"/>
              <a:t>Звук:</a:t>
            </a:r>
            <a:r>
              <a:rPr lang="ru-RU" dirty="0"/>
              <a:t> Звуковая волна разбивается на отрезки, и для каждого измеряется и кодируется числом его интенсивность (амплитуда).</a:t>
            </a:r>
          </a:p>
          <a:p>
            <a:r>
              <a:rPr lang="ru-RU" dirty="0" smtClean="0"/>
              <a:t>	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75" y="1762540"/>
            <a:ext cx="4742618" cy="4742618"/>
          </a:xfrm>
          <a:prstGeom prst="rect">
            <a:avLst/>
          </a:prstGeom>
        </p:spPr>
      </p:pic>
      <p:sp>
        <p:nvSpPr>
          <p:cNvPr id="7" name="Скругленный прямоугольник 6"/>
          <p:cNvSpPr/>
          <p:nvPr/>
        </p:nvSpPr>
        <p:spPr>
          <a:xfrm>
            <a:off x="6118640" y="4640318"/>
            <a:ext cx="5544599" cy="1864840"/>
          </a:xfrm>
          <a:prstGeom prst="roundRect">
            <a:avLst/>
          </a:prstGeom>
          <a:solidFill>
            <a:srgbClr val="036A9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ru-RU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ВАЖНО!</a:t>
            </a:r>
          </a:p>
          <a:p>
            <a:pPr>
              <a:lnSpc>
                <a:spcPct val="150000"/>
              </a:lnSpc>
            </a:pPr>
            <a:r>
              <a:rPr lang="ru-RU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Компьютер не понимает смысла информации. Для него любая информация — это </a:t>
            </a:r>
            <a:r>
              <a:rPr lang="ru-RU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данные</a:t>
            </a:r>
            <a:r>
              <a:rPr lang="ru-RU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, представленные в виде чисел.</a:t>
            </a:r>
            <a:endParaRPr lang="ru-RU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1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140</Words>
  <Application>Microsoft Office PowerPoint</Application>
  <PresentationFormat>Широкоэкранный</PresentationFormat>
  <Paragraphs>31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Golos Text</vt:lpstr>
      <vt:lpstr>Тема Office</vt:lpstr>
      <vt:lpstr>Информация и информационные процессы</vt:lpstr>
      <vt:lpstr>Что такое информация?</vt:lpstr>
      <vt:lpstr>Свойства информации</vt:lpstr>
      <vt:lpstr>Информационные процессы</vt:lpstr>
      <vt:lpstr>Как видит информацию компьютер?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Информация и информационные процессы</dc:title>
  <dc:creator>Dmitriy</dc:creator>
  <cp:lastModifiedBy>Dmitriy</cp:lastModifiedBy>
  <cp:revision>7</cp:revision>
  <dcterms:created xsi:type="dcterms:W3CDTF">2025-09-04T18:56:29Z</dcterms:created>
  <dcterms:modified xsi:type="dcterms:W3CDTF">2025-09-04T19:26:42Z</dcterms:modified>
</cp:coreProperties>
</file>